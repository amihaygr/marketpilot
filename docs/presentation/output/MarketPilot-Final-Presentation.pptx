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92d7ea2063f4a60" /><Relationship Type="http://schemas.openxmlformats.org/officeDocument/2006/relationships/extended-properties" Target="/docProps/app.xml" Id="R009d2b285540455d" /><Relationship Type="http://schemas.openxmlformats.org/officeDocument/2006/relationships/officeDocument" Target="/ppt/presentation.xml" Id="R920566f0ea8f4bc9" /></Relationships>
</file>

<file path=ppt/presentation.xml><?xml version="1.0" encoding="utf-8"?>
<p:presentation xmlns:p="http://schemas.openxmlformats.org/presentationml/2006/main">
  <p:sldMasterIdLst>
    <p:sldMasterId xmlns:r="http://schemas.openxmlformats.org/officeDocument/2006/relationships" id="2147483648" r:id="Rcc92ee0efb5f43a4"/>
  </p:sldMasterIdLst>
  <p:notesMasterIdLst>
    <p:notesMasterId xmlns:r="http://schemas.openxmlformats.org/officeDocument/2006/relationships" r:id="R3342ea7f92ee460e"/>
  </p:notesMasterIdLst>
  <p:sldIdLst>
    <p:sldId xmlns:r="http://schemas.openxmlformats.org/officeDocument/2006/relationships" id="256" r:id="Rdd6134f158ea445c"/>
    <p:sldId xmlns:r="http://schemas.openxmlformats.org/officeDocument/2006/relationships" id="257" r:id="R2061b833feb94e50"/>
    <p:sldId xmlns:r="http://schemas.openxmlformats.org/officeDocument/2006/relationships" id="258" r:id="R3f929e69bd1e4078"/>
    <p:sldId xmlns:r="http://schemas.openxmlformats.org/officeDocument/2006/relationships" id="259" r:id="Rf43592af2ac64376"/>
    <p:sldId xmlns:r="http://schemas.openxmlformats.org/officeDocument/2006/relationships" id="260" r:id="Rac335a83e5a64abd"/>
    <p:sldId xmlns:r="http://schemas.openxmlformats.org/officeDocument/2006/relationships" id="261" r:id="R53e16ea5ebf64057"/>
    <p:sldId xmlns:r="http://schemas.openxmlformats.org/officeDocument/2006/relationships" id="262" r:id="Rda554b935d134e4b"/>
    <p:sldId xmlns:r="http://schemas.openxmlformats.org/officeDocument/2006/relationships" id="263" r:id="R96558ff4ab724e7a"/>
    <p:sldId xmlns:r="http://schemas.openxmlformats.org/officeDocument/2006/relationships" id="264" r:id="R46e4f736d5064bfe"/>
    <p:sldId xmlns:r="http://schemas.openxmlformats.org/officeDocument/2006/relationships" id="265" r:id="R9496a0ec027e485f"/>
    <p:sldId xmlns:r="http://schemas.openxmlformats.org/officeDocument/2006/relationships" id="266" r:id="Rb5d660ee41bd409c"/>
    <p:sldId xmlns:r="http://schemas.openxmlformats.org/officeDocument/2006/relationships" id="267" r:id="Rd2b601377dc3421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d9c411ce81f4d5b" /><Relationship Type="http://schemas.openxmlformats.org/officeDocument/2006/relationships/slideMaster" Target="/ppt/slideMasters/slideMaster1.xml" Id="Rcc92ee0efb5f43a4" /><Relationship Type="http://schemas.openxmlformats.org/officeDocument/2006/relationships/notesMaster" Target="/ppt/notesMasters/notesMaster1.xml" Id="R3342ea7f92ee460e" /><Relationship Type="http://schemas.openxmlformats.org/officeDocument/2006/relationships/presProps" Target="/ppt/presProps.xml" Id="R8d213140c4654ea8" /><Relationship Type="http://schemas.openxmlformats.org/officeDocument/2006/relationships/tableStyles" Target="/ppt/tableStyles.xml" Id="Rd913f526a2504947" /><Relationship Type="http://schemas.openxmlformats.org/officeDocument/2006/relationships/slide" Target="/ppt/slides/slide1.xml" Id="Rdd6134f158ea445c" /><Relationship Type="http://schemas.openxmlformats.org/officeDocument/2006/relationships/slide" Target="/ppt/slides/slide2.xml" Id="R2061b833feb94e50" /><Relationship Type="http://schemas.openxmlformats.org/officeDocument/2006/relationships/slide" Target="/ppt/slides/slide3.xml" Id="R3f929e69bd1e4078" /><Relationship Type="http://schemas.openxmlformats.org/officeDocument/2006/relationships/slide" Target="/ppt/slides/slide4.xml" Id="Rf43592af2ac64376" /><Relationship Type="http://schemas.openxmlformats.org/officeDocument/2006/relationships/slide" Target="/ppt/slides/slide5.xml" Id="Rac335a83e5a64abd" /><Relationship Type="http://schemas.openxmlformats.org/officeDocument/2006/relationships/slide" Target="/ppt/slides/slide6.xml" Id="R53e16ea5ebf64057" /><Relationship Type="http://schemas.openxmlformats.org/officeDocument/2006/relationships/slide" Target="/ppt/slides/slide7.xml" Id="Rda554b935d134e4b" /><Relationship Type="http://schemas.openxmlformats.org/officeDocument/2006/relationships/slide" Target="/ppt/slides/slide8.xml" Id="R96558ff4ab724e7a" /><Relationship Type="http://schemas.openxmlformats.org/officeDocument/2006/relationships/slide" Target="/ppt/slides/slide9.xml" Id="R46e4f736d5064bfe" /><Relationship Type="http://schemas.openxmlformats.org/officeDocument/2006/relationships/slide" Target="/ppt/slides/slide10.xml" Id="R9496a0ec027e485f" /><Relationship Type="http://schemas.openxmlformats.org/officeDocument/2006/relationships/slide" Target="/ppt/slides/slide11.xml" Id="Rb5d660ee41bd409c" /><Relationship Type="http://schemas.openxmlformats.org/officeDocument/2006/relationships/slide" Target="/ppt/slides/slide12.xml" Id="Rd2b601377dc3421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f95481faf3141f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02a9aed25984777" /><Relationship Type="http://schemas.openxmlformats.org/officeDocument/2006/relationships/notesMaster" Target="/ppt/notesMasters/notesMaster1.xml" Id="R04c7ceed0b4148cd" /></Relationships>
</file>

<file path=ppt/notesSlides/_rels/notesSlide2.xml.rels>&#65279;<?xml version="1.0" encoding="utf-8"?><Relationships xmlns="http://schemas.openxmlformats.org/package/2006/relationships"><Relationship Type="http://schemas.openxmlformats.org/officeDocument/2006/relationships/slide" Target="/ppt/slides/slide2.xml" Id="Rd86130ace5cd45e2" /><Relationship Type="http://schemas.openxmlformats.org/officeDocument/2006/relationships/notesMaster" Target="/ppt/notesMasters/notesMaster1.xml" Id="Rc564926f5b72454d" /></Relationships>
</file>

<file path=ppt/notesSlides/_rels/notesSlide3.xml.rels>&#65279;<?xml version="1.0" encoding="utf-8"?><Relationships xmlns="http://schemas.openxmlformats.org/package/2006/relationships"><Relationship Type="http://schemas.openxmlformats.org/officeDocument/2006/relationships/slide" Target="/ppt/slides/slide3.xml" Id="Ra955c15af7fa40fd" /><Relationship Type="http://schemas.openxmlformats.org/officeDocument/2006/relationships/notesMaster" Target="/ppt/notesMasters/notesMaster1.xml" Id="Rb4fa8c7752da4f02" /></Relationships>
</file>

<file path=ppt/notesSlides/_rels/notesSlide4.xml.rels>&#65279;<?xml version="1.0" encoding="utf-8"?><Relationships xmlns="http://schemas.openxmlformats.org/package/2006/relationships"><Relationship Type="http://schemas.openxmlformats.org/officeDocument/2006/relationships/slide" Target="/ppt/slides/slide4.xml" Id="R07543b0798bb4ae6" /><Relationship Type="http://schemas.openxmlformats.org/officeDocument/2006/relationships/notesMaster" Target="/ppt/notesMasters/notesMaster1.xml" Id="R26a5ce4bb78b41be" /></Relationships>
</file>

<file path=ppt/notesSlides/_rels/notesSlide5.xml.rels>&#65279;<?xml version="1.0" encoding="utf-8"?><Relationships xmlns="http://schemas.openxmlformats.org/package/2006/relationships"><Relationship Type="http://schemas.openxmlformats.org/officeDocument/2006/relationships/slide" Target="/ppt/slides/slide5.xml" Id="R4c51a5c2ffd04e4f" /><Relationship Type="http://schemas.openxmlformats.org/officeDocument/2006/relationships/notesMaster" Target="/ppt/notesMasters/notesMaster1.xml" Id="Recb81c666a8444e5" /></Relationships>
</file>

<file path=ppt/notesSlides/_rels/notesSlide6.xml.rels>&#65279;<?xml version="1.0" encoding="utf-8"?><Relationships xmlns="http://schemas.openxmlformats.org/package/2006/relationships"><Relationship Type="http://schemas.openxmlformats.org/officeDocument/2006/relationships/slide" Target="/ppt/slides/slide6.xml" Id="Rfe4559ba3f85460d" /><Relationship Type="http://schemas.openxmlformats.org/officeDocument/2006/relationships/notesMaster" Target="/ppt/notesMasters/notesMaster1.xml" Id="R325f33d583834c61" /></Relationships>
</file>

<file path=ppt/notesSlides/_rels/notesSlide7.xml.rels>&#65279;<?xml version="1.0" encoding="utf-8"?><Relationships xmlns="http://schemas.openxmlformats.org/package/2006/relationships"><Relationship Type="http://schemas.openxmlformats.org/officeDocument/2006/relationships/slide" Target="/ppt/slides/slide7.xml" Id="R186c0555646045c7" /><Relationship Type="http://schemas.openxmlformats.org/officeDocument/2006/relationships/notesMaster" Target="/ppt/notesMasters/notesMaster1.xml" Id="Rba59519c29f7484a" /></Relationships>
</file>

<file path=ppt/notesSlides/_rels/notesSlide8.xml.rels>&#65279;<?xml version="1.0" encoding="utf-8"?><Relationships xmlns="http://schemas.openxmlformats.org/package/2006/relationships"><Relationship Type="http://schemas.openxmlformats.org/officeDocument/2006/relationships/slide" Target="/ppt/slides/slide8.xml" Id="R90509e8ab8b24111" /><Relationship Type="http://schemas.openxmlformats.org/officeDocument/2006/relationships/notesMaster" Target="/ppt/notesMasters/notesMaster1.xml" Id="Rda82b729bea74511" /></Relationships>
</file>

<file path=ppt/notesSlides/_rels/notesSlide9.xml.rels>&#65279;<?xml version="1.0" encoding="utf-8"?><Relationships xmlns="http://schemas.openxmlformats.org/package/2006/relationships"><Relationship Type="http://schemas.openxmlformats.org/officeDocument/2006/relationships/slide" Target="/ppt/slides/slide9.xml" Id="Ra7b1deccae6843de" /><Relationship Type="http://schemas.openxmlformats.org/officeDocument/2006/relationships/notesMaster" Target="/ppt/notesMasters/notesMaster1.xml" Id="R37d4cde71879479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509561c64ab4ad1" /><Relationship Type="http://schemas.openxmlformats.org/officeDocument/2006/relationships/notesMaster" Target="/ppt/notesMasters/notesMaster1.xml" Id="R74bbef39686a4ae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ec7937c3a154ed6" /><Relationship Type="http://schemas.openxmlformats.org/officeDocument/2006/relationships/notesMaster" Target="/ppt/notesMasters/notesMaster1.xml" Id="R8069645ff29b42a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1d4d29ab05247e4" /><Relationship Type="http://schemas.openxmlformats.org/officeDocument/2006/relationships/notesMaster" Target="/ppt/notesMasters/notesMaster1.xml" Id="R3dffcfe50030442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זמן מומלץ: 00:00–00:30</a:t>
            </a:r>
          </a:p>
          <a:p xmlns:a="http://schemas.openxmlformats.org/drawingml/2006/main">
            <a:r>
              <a:t/>
            </a:r>
          </a:p>
          <a:p xmlns:a="http://schemas.openxmlformats.org/drawingml/2006/main">
            <a:r>
              <a:t>פתח במשפט אחד: MarketPilot היא פלטפורמת מחקר לסוחר. היא לא שולחת פקודות מסחר. היא מחברת מידע חי, מקור גולמי, בדיקות איכות והסבר שניתן לשחזר. אל תפרט עדיין את הטכנולוגיות.</a:t>
            </a:r>
          </a:p>
          <a:p xmlns:a="http://schemas.openxmlformats.org/drawingml/2006/main">
            <a:r>
              <a:t/>
            </a:r>
          </a:p>
          <a:p xmlns:a="http://schemas.openxmlformats.org/drawingml/2006/main">
            <a:r>
              <a:t>מקור ואימות: docs/project-context.md; docs/architecture/architecture.md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זמן מומלץ: 00:30–01:15</a:t>
            </a:r>
          </a:p>
          <a:p xmlns:a="http://schemas.openxmlformats.org/drawingml/2006/main">
            <a:r>
              <a:t/>
            </a:r>
          </a:p>
          <a:p xmlns:a="http://schemas.openxmlformats.org/drawingml/2006/main">
            <a:r>
              <a:t>הצג את הבעיה מנקודת המבט של הסוחר: יש הרבה מסכים ומספרים, אבל קשה לדעת מה טרי, מה נבדק ומה אפשר לשחזר. ארבע השאלות בתחתית הן דרישות המוצר, לא רשימת פיצ'רים.</a:t>
            </a:r>
          </a:p>
          <a:p xmlns:a="http://schemas.openxmlformats.org/drawingml/2006/main">
            <a:r>
              <a:t/>
            </a:r>
          </a:p>
          <a:p xmlns:a="http://schemas.openxmlformats.org/drawingml/2006/main">
            <a:r>
              <a:t>מקור ואימות: docs/project-context.md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זמן מומלץ: 01:15–02:00</a:t>
            </a:r>
          </a:p>
          <a:p xmlns:a="http://schemas.openxmlformats.org/drawingml/2006/main">
            <a:r>
              <a:t/>
            </a:r>
          </a:p>
          <a:p xmlns:a="http://schemas.openxmlformats.org/drawingml/2006/main">
            <a:r>
              <a:t>הסבר את שרשרת הערך מימין לשמאל. מתחילים באיסוף, מוסיפים הקשר, בודקים את האיכות וההיסטוריה, ורק אז מציגים תרחיש החלטה. הדגש שהמערכת עוזרת לחשוב ואינה מבצעת קנייה או מבטיחה רווח.</a:t>
            </a:r>
          </a:p>
          <a:p xmlns:a="http://schemas.openxmlformats.org/drawingml/2006/main">
            <a:r>
              <a:t/>
            </a:r>
          </a:p>
          <a:p xmlns:a="http://schemas.openxmlformats.org/drawingml/2006/main">
            <a:r>
              <a:t>מקור ואימות: docs/project-context.md; docs/decisions/ADR-008-decision-intelligence.md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זמן מומלץ: 02:00–03:15</a:t>
            </a:r>
          </a:p>
          <a:p xmlns:a="http://schemas.openxmlformats.org/drawingml/2006/main">
            <a:r>
              <a:t/>
            </a:r>
          </a:p>
          <a:p xmlns:a="http://schemas.openxmlformats.org/drawingml/2006/main">
            <a:r>
              <a:t>עקוב אחר החצים מימין לשמאל. המקורות נכנסים לשירותי Python, עוברים דרך Kafka, מעובדים ב-Spark ומגיעים ל-Gold. במקביל נשמר מקור גולמי ב-Bronze ונבנה Silver. Airflow מתזמן עבודות שמסתיימות, אך אינו מנהל את חיי שירותי ה-Streaming. ציין שהדפדפן פונה רק ל-API.</a:t>
            </a:r>
          </a:p>
          <a:p xmlns:a="http://schemas.openxmlformats.org/drawingml/2006/main">
            <a:r>
              <a:t/>
            </a:r>
          </a:p>
          <a:p xmlns:a="http://schemas.openxmlformats.org/drawingml/2006/main">
            <a:r>
              <a:t>מקור ואימות: docs/architecture/architecture.md; docs/decisions/ADR-001-storage-strategy.md; ADR-002-airflow-boundary.md; ADR-003-streaming-lifecycle.md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זמן מומלץ: 03:15–04:15</a:t>
            </a:r>
          </a:p>
          <a:p xmlns:a="http://schemas.openxmlformats.org/drawingml/2006/main">
            <a:r>
              <a:t/>
            </a:r>
          </a:p>
          <a:p xmlns:a="http://schemas.openxmlformats.org/drawingml/2006/main">
            <a:r>
              <a:t>הסבר את ההבדל כהבטחה למשתמש. Provisional אומר מה ידוע עכשיו. Certified אומר שהיום נבנה מחדש מן המקור ועבר בדיקות. Docker Compose מנהל שירותים ארוכי חיים; Airflow מתזמן ומנטר עבודות תחומות. אל תגיד ש-Airflow מפעיל את ה-Streaming.</a:t>
            </a:r>
          </a:p>
          <a:p xmlns:a="http://schemas.openxmlformats.org/drawingml/2006/main">
            <a:r>
              <a:t/>
            </a:r>
          </a:p>
          <a:p xmlns:a="http://schemas.openxmlformats.org/drawingml/2006/main">
            <a:r>
              <a:t>מקור ואימות: docs/decisions/ADR-002-airflow-boundary.md; docs/decisions/ADR-004-provisional-certified-publication.md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זמן מומלץ: 04:15–05:05</a:t>
            </a:r>
          </a:p>
          <a:p xmlns:a="http://schemas.openxmlformats.org/drawingml/2006/main">
            <a:r>
              <a:t/>
            </a:r>
          </a:p>
          <a:p xmlns:a="http://schemas.openxmlformats.org/drawingml/2006/main">
            <a:r>
              <a:t>אל תקריא את כל השורות. בחר שלוש דוגמאות: Kafka להפרדה ול-Replay, MinIO לשמירת המקור הגולמי, ו-Airflow לניהול עבודות תחומות. אם נשאלת למה המערכת מורכבת, הסבר שכל רכיב פותר כשל אחר ולא נבחר רק כדי להוסיף טכנולוגיה.</a:t>
            </a:r>
          </a:p>
          <a:p xmlns:a="http://schemas.openxmlformats.org/drawingml/2006/main">
            <a:r>
              <a:t/>
            </a:r>
          </a:p>
          <a:p xmlns:a="http://schemas.openxmlformats.org/drawingml/2006/main">
            <a:r>
              <a:t>מקור ואימות: docs/architecture/architecture.md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זמן מומלץ: 05:05–05:45</a:t>
            </a:r>
          </a:p>
          <a:p xmlns:a="http://schemas.openxmlformats.org/drawingml/2006/main">
            <a:r>
              <a:t/>
            </a:r>
          </a:p>
          <a:p xmlns:a="http://schemas.openxmlformats.org/drawingml/2006/main">
            <a:r>
              <a:t>הצג את צילום המסך כראיה, לא כקישוט. הסבר שהמשתמש רואה נתון עסקי פשוט, אך כל ערך מגיע דרך API וכולל מצב פרסום וטריות. המספרים בצד נלקחו מהצילום המתוארך ל-16 בספטמבר 2026.</a:t>
            </a:r>
          </a:p>
          <a:p xmlns:a="http://schemas.openxmlformats.org/drawingml/2006/main">
            <a:r>
              <a:t/>
            </a:r>
          </a:p>
          <a:p xmlns:a="http://schemas.openxmlformats.org/drawingml/2006/main">
            <a:r>
              <a:t>מקור ואימות: docs/presentation/assets/dashboard.png; docs/final-presentation-verification.md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זמן מומלץ: 05:45–06:35</a:t>
            </a:r>
          </a:p>
          <a:p xmlns:a="http://schemas.openxmlformats.org/drawingml/2006/main">
            <a:r>
              <a:t/>
            </a:r>
          </a:p>
          <a:p xmlns:a="http://schemas.openxmlformats.org/drawingml/2006/main">
            <a:r>
              <a:t>הסבר שהמערכת מציגה תרחיש שלם: טווח כניסה, נקודת ביטול, יעדים וגודל פוזיציה. Shadow Mode עדיין 1 מתוך 20 ולכן ההמלצה אינה Actionable. הנתונים ההיסטוריים מעשירים את המחקר, אך אינם מתחזים לימי תצפית חיים.</a:t>
            </a:r>
          </a:p>
          <a:p xmlns:a="http://schemas.openxmlformats.org/drawingml/2006/main">
            <a:r>
              <a:t/>
            </a:r>
          </a:p>
          <a:p xmlns:a="http://schemas.openxmlformats.org/drawingml/2006/main">
            <a:r>
              <a:t>מקור ואימות: docs/phase14-verification.md; docs/decisions/ADR-008-decision-intelligence.md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זמן מומלץ: 06:35–07:25</a:t>
            </a:r>
          </a:p>
          <a:p xmlns:a="http://schemas.openxmlformats.org/drawingml/2006/main">
            <a:r>
              <a:t/>
            </a:r>
          </a:p>
          <a:p xmlns:a="http://schemas.openxmlformats.org/drawingml/2006/main">
            <a:r>
              <a:t>הדגש שהמטרה אינה להציג תשואה מושלמת. המטרה היא להוכיח ניסוי שחזורי והוגן: Certified input בלבד, אות משפיע מהנר הבא, ועלויות אינן מוסתרות. ציין בכנות שהתוצאות משתנות בין הנכסים ואינן הבטחת תשואה.</a:t>
            </a:r>
          </a:p>
          <a:p xmlns:a="http://schemas.openxmlformats.org/drawingml/2006/main">
            <a:r>
              <a:t/>
            </a:r>
          </a:p>
          <a:p xmlns:a="http://schemas.openxmlformats.org/drawingml/2006/main">
            <a:r>
              <a:t>מקור ואימות: docs/phase14-historical-evidence-verification.md; docs/decisions/ADR-005-historical-backtesting.md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זמן מומלץ: 07:25–08:15</a:t>
            </a:r>
          </a:p>
          <a:p xmlns:a="http://schemas.openxmlformats.org/drawingml/2006/main">
            <a:r>
              <a:t/>
            </a:r>
          </a:p>
          <a:p xmlns:a="http://schemas.openxmlformats.org/drawingml/2006/main">
            <a:r>
              <a:t>בחר שני אתגרים והסבר אותם כסיפור של החלטה. לדוגמה: רצינו נתון מהיר בלי להעמיד פנים שהוא מאושר, ולכן הפרדנו Provisional מ-Certified. רצינו Retry בטוח, ולכן השתמשנו ב-Checkpoint, Business Keys ו-Upsert. אלה החלטות שאתה יכול לייחס לעצמך.</a:t>
            </a:r>
          </a:p>
          <a:p xmlns:a="http://schemas.openxmlformats.org/drawingml/2006/main">
            <a:r>
              <a:t/>
            </a:r>
          </a:p>
          <a:p xmlns:a="http://schemas.openxmlformats.org/drawingml/2006/main">
            <a:r>
              <a:t>מקור ואימות: docs/decisions/ADR-003-streaming-lifecycle.md; ADR-004-provisional-certified-publication.md; ADR-007-certified-historical-acquisition.md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זמן מומלץ: 08:15–08:55</a:t>
            </a:r>
          </a:p>
          <a:p xmlns:a="http://schemas.openxmlformats.org/drawingml/2006/main">
            <a:r>
              <a:t/>
            </a:r>
          </a:p>
          <a:p xmlns:a="http://schemas.openxmlformats.org/drawingml/2006/main">
            <a:r>
              <a:t>פתח במה שכבר עובד: מערכת מקומית מלאה והיסטוריה מאושרת. לאחר 20 ימים חיים ייבדקו Calibration ותוצאות Shadow Mode, ורק החלטה אנושית נפרדת תוכל לקדם את המצב. ענן, SIP, Elastic ואבטחה מלאה הם הרחבות עתידיות ולא חלק מן המימוש הנוכחי.</a:t>
            </a:r>
          </a:p>
          <a:p xmlns:a="http://schemas.openxmlformats.org/drawingml/2006/main">
            <a:r>
              <a:t/>
            </a:r>
          </a:p>
          <a:p xmlns:a="http://schemas.openxmlformats.org/drawingml/2006/main">
            <a:r>
              <a:t>מקור ואימות: docs/implementation-plan.md; docs/phase14-verification.md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זמן מומלץ: 08:55–09:10</a:t>
            </a:r>
          </a:p>
          <a:p xmlns:a="http://schemas.openxmlformats.org/drawingml/2006/main">
            <a:r>
              <a:t/>
            </a:r>
          </a:p>
          <a:p xmlns:a="http://schemas.openxmlformats.org/drawingml/2006/main">
            <a:r>
              <a:t>סיים את חלק המצגת ועבור לדמו. אמור: עכשיו אעקוב אחרי אותה שרשרת במערכת עצמה. המסלול הוא Dashboard, Kafka, MinIO, Airflow, Opportunity Center ו-Backtesting. פתח את סקריפט הדמו והתחל את הטיימר.</a:t>
            </a:r>
          </a:p>
          <a:p xmlns:a="http://schemas.openxmlformats.org/drawingml/2006/main">
            <a:r>
              <a:t/>
            </a:r>
          </a:p>
          <a:p xmlns:a="http://schemas.openxmlformats.org/drawingml/2006/main">
            <a:r>
              <a:t>מקור ואימות: docs/presentation/live-demo-script-he.md; scripts/demo-preflight.ps1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4d0d788ccb6484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34a771270604c90" /><Relationship Type="http://schemas.openxmlformats.org/officeDocument/2006/relationships/slideLayout" Target="/ppt/slideLayouts/slideLayout1.xml" Id="Rfe83c8a5f2c040b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e83c8a5f2c040b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f7e96dd9a014cd6" /><Relationship Type="http://schemas.openxmlformats.org/officeDocument/2006/relationships/notesSlide" Target="/ppt/notesSlides/notesSlide1.xml" Id="Rb5fab81d3c774c0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b7b926baedc4aae" /><Relationship Type="http://schemas.openxmlformats.org/officeDocument/2006/relationships/notesSlide" Target="/ppt/notesSlides/notesSlide2.xml" Id="R387e5353d56f462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91e40e3c64842c1" /><Relationship Type="http://schemas.openxmlformats.org/officeDocument/2006/relationships/notesSlide" Target="/ppt/notesSlides/notesSlide3.xml" Id="R54f8804ee8ca43a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612069d199240dd" /><Relationship Type="http://schemas.openxmlformats.org/officeDocument/2006/relationships/notesSlide" Target="/ppt/notesSlides/notesSlide4.xml" Id="Rcf3a6a0d4ba4468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7ada761ee794b7e" /><Relationship Type="http://schemas.openxmlformats.org/officeDocument/2006/relationships/notesSlide" Target="/ppt/notesSlides/notesSlide5.xml" Id="R43adda20fc97413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3626b47eee94940" /><Relationship Type="http://schemas.openxmlformats.org/officeDocument/2006/relationships/notesSlide" Target="/ppt/notesSlides/notesSlide6.xml" Id="R88109f6d03ed482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799576d9e9a4b63" /><Relationship Type="http://schemas.openxmlformats.org/officeDocument/2006/relationships/image" Target="/ppt/media/image.png" Id="R11876d9659bb4475" /><Relationship Type="http://schemas.openxmlformats.org/officeDocument/2006/relationships/notesSlide" Target="/ppt/notesSlides/notesSlide7.xml" Id="R05c816535d77453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1a09cb760d94362" /><Relationship Type="http://schemas.openxmlformats.org/officeDocument/2006/relationships/image" Target="/ppt/media/image2.png" Id="Rb2bd64dc316548e1" /><Relationship Type="http://schemas.openxmlformats.org/officeDocument/2006/relationships/notesSlide" Target="/ppt/notesSlides/notesSlide8.xml" Id="R3bc851223a204a7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720f0cd06494053" /><Relationship Type="http://schemas.openxmlformats.org/officeDocument/2006/relationships/image" Target="/ppt/media/image3.png" Id="Ra9a850fe7ffc460a" /><Relationship Type="http://schemas.openxmlformats.org/officeDocument/2006/relationships/notesSlide" Target="/ppt/notesSlides/notesSlide9.xml" Id="R3de09de6df034c7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cfb25b5c0c8417e" /><Relationship Type="http://schemas.openxmlformats.org/officeDocument/2006/relationships/notesSlide" Target="/ppt/notesSlides/notesSlide10.xml" Id="R88181848bd96477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c8a93f4e3854bfc" /><Relationship Type="http://schemas.openxmlformats.org/officeDocument/2006/relationships/notesSlide" Target="/ppt/notesSlides/notesSlide11.xml" Id="R4bf08096e85b4a2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51e88e756854a9a" /><Relationship Type="http://schemas.openxmlformats.org/officeDocument/2006/relationships/notesSlide" Target="/ppt/notesSlides/notesSlide12.xml" Id="Rd4b6279c16c54f5a" /></Relationships>
</file>

<file path=ppt/slides/slide1.xml><?xml version="1.0" encoding="utf-8"?>
<p:sld xmlns:p="http://schemas.openxmlformats.org/presentationml/2006/main">
  <p:cSld>
    <p:bg>
      <p:bgPr>
        <a:solidFill xmlns:a="http://schemas.openxmlformats.org/drawingml/2006/main">
          <a:srgbClr val="F4F1E9"/>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6BD766A6-F906-4469-8EEE-1BDD242394AA}"/>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35D4B5"/>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DB37B2-1474-475C-A78E-7D595C97887F}"/>
              </a:ext>
            </a:extLst>
          </p:cNvPr>
          <p:cNvSpPr>
            <a:spLocks xmlns:a="http://schemas.openxmlformats.org/drawingml/2006/main" noGrp="1"/>
          </p:cNvSpPr>
          <p:nvPr/>
        </p:nvSpPr>
        <p:spPr>
          <a:xfrm xmlns:a="http://schemas.openxmlformats.org/drawingml/2006/main">
            <a:off x="647700" y="552450"/>
            <a:ext cx="4095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75" b="1">
                <a:solidFill>
                  <a:srgbClr val="117C70"/>
                </a:solidFill>
                <a:latin typeface="Cascadia Mono"/>
                <a:ea typeface="Cascadia Mono"/>
                <a:cs typeface="Cascadia Mono"/>
              </a:defRPr>
            </a:pPr>
            <a:r>
              <a:rPr sz="975" b="1">
                <a:solidFill>
                  <a:srgbClr val="117C70"/>
                </a:solidFill>
                <a:latin typeface="Cascadia Mono"/>
                <a:ea typeface="Cascadia Mono"/>
                <a:cs typeface="Cascadia Mono"/>
              </a:rPr>
              <a:t>MARKETPILOT · FINAL PROJECT</a:t>
            </a:r>
          </a:p>
        </p:txBody>
      </p:sp>
      <p:sp>
        <p:nvSpPr>
          <p:cNvPr id="3" name="">
            <a:extLst xmlns:a="http://schemas.openxmlformats.org/drawingml/2006/main">
              <a:ext uri="{FF2B5EF4-FFF2-40B4-BE49-F238E27FC236}">
                <a16:creationId xmlns:a16="http://schemas.microsoft.com/office/drawing/2014/main" id="{471E60F8-EFB3-4D59-93D3-ACB578492184}"/>
              </a:ext>
            </a:extLst>
          </p:cNvPr>
          <p:cNvSpPr>
            <a:spLocks xmlns:a="http://schemas.openxmlformats.org/drawingml/2006/main" noGrp="1"/>
          </p:cNvSpPr>
          <p:nvPr/>
        </p:nvSpPr>
        <p:spPr>
          <a:xfrm xmlns:a="http://schemas.openxmlformats.org/drawingml/2006/main">
            <a:off x="5143500" y="1409700"/>
            <a:ext cx="63817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90000"/>
              </a:lnSpc>
              <a:buNone/>
              <a:defRPr sz="4950" b="1">
                <a:solidFill>
                  <a:srgbClr val="091827"/>
                </a:solidFill>
                <a:latin typeface="Segoe UI"/>
                <a:ea typeface="Segoe UI"/>
                <a:cs typeface="Segoe UI"/>
              </a:defRPr>
            </a:pPr>
            <a:r>
              <a:rPr sz="4950" b="1">
                <a:solidFill>
                  <a:srgbClr val="091827"/>
                </a:solidFill>
                <a:latin typeface="Segoe UI"/>
                <a:ea typeface="Segoe UI"/>
                <a:cs typeface="Segoe UI"/>
              </a:rPr>
              <a:t>‏מערכת נתונים שמחברת בין</a:t>
            </a:r>
          </a:p>
          <a:p xmlns:a="http://schemas.openxmlformats.org/drawingml/2006/main">
            <a:pPr algn="r">
              <a:lnSpc>
                <a:spcPct val="90000"/>
              </a:lnSpc>
              <a:buNone/>
              <a:defRPr sz="4950" b="1">
                <a:solidFill>
                  <a:srgbClr val="091827"/>
                </a:solidFill>
                <a:latin typeface="Segoe UI"/>
                <a:ea typeface="Segoe UI"/>
                <a:cs typeface="Segoe UI"/>
              </a:defRPr>
            </a:pPr>
            <a:r>
              <a:rPr sz="4950" b="1">
                <a:solidFill>
                  <a:srgbClr val="091827"/>
                </a:solidFill>
                <a:latin typeface="Segoe UI"/>
                <a:ea typeface="Segoe UI"/>
                <a:cs typeface="Segoe UI"/>
              </a:rPr>
              <a:t>שוק חי, אמון והחלטה</a:t>
            </a:r>
          </a:p>
        </p:txBody>
      </p:sp>
      <p:sp>
        <p:nvSpPr>
          <p:cNvPr id="4" name="">
            <a:extLst xmlns:a="http://schemas.openxmlformats.org/drawingml/2006/main">
              <a:ext uri="{FF2B5EF4-FFF2-40B4-BE49-F238E27FC236}">
                <a16:creationId xmlns:a16="http://schemas.microsoft.com/office/drawing/2014/main" id="{2B9DE392-26B6-4C16-8FD9-11539732E97D}"/>
              </a:ext>
            </a:extLst>
          </p:cNvPr>
          <p:cNvSpPr>
            <a:spLocks xmlns:a="http://schemas.openxmlformats.org/drawingml/2006/main" noGrp="1"/>
          </p:cNvSpPr>
          <p:nvPr/>
        </p:nvSpPr>
        <p:spPr>
          <a:xfrm xmlns:a="http://schemas.openxmlformats.org/drawingml/2006/main">
            <a:off x="6000750" y="3733800"/>
            <a:ext cx="5524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800" b="0">
                <a:solidFill>
                  <a:srgbClr val="5B6B78"/>
                </a:solidFill>
                <a:latin typeface="Segoe UI"/>
                <a:ea typeface="Segoe UI"/>
                <a:cs typeface="Segoe UI"/>
              </a:defRPr>
            </a:pPr>
            <a:r>
              <a:rPr sz="1800" b="0">
                <a:solidFill>
                  <a:srgbClr val="5B6B78"/>
                </a:solidFill>
                <a:latin typeface="Segoe UI"/>
                <a:ea typeface="Segoe UI"/>
                <a:cs typeface="Segoe UI"/>
              </a:rPr>
              <a:t>‏פלטפורמת ⁦Data Engineering⁩ מקומית לנתוני שוק, דיווחי ⁦SEC⁩, ניתוח טכני ובדיקת החלטות על ההיסטוריה</a:t>
            </a:r>
          </a:p>
        </p:txBody>
      </p:sp>
      <p:sp>
        <p:nvSpPr>
          <p:cNvPr id="5" name="">
            <a:extLst xmlns:a="http://schemas.openxmlformats.org/drawingml/2006/main">
              <a:ext uri="{FF2B5EF4-FFF2-40B4-BE49-F238E27FC236}">
                <a16:creationId xmlns:a16="http://schemas.microsoft.com/office/drawing/2014/main" id="{E3EE6CFD-41D3-41D8-A46B-84E6492748C7}"/>
              </a:ext>
            </a:extLst>
          </p:cNvPr>
          <p:cNvSpPr>
            <a:spLocks xmlns:a="http://schemas.openxmlformats.org/drawingml/2006/main" noGrp="1"/>
          </p:cNvSpPr>
          <p:nvPr/>
        </p:nvSpPr>
        <p:spPr>
          <a:xfrm xmlns:a="http://schemas.openxmlformats.org/drawingml/2006/main">
            <a:off x="742950" y="19812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00" b="0">
                <a:solidFill>
                  <a:srgbClr val="117C70"/>
                </a:solidFill>
                <a:latin typeface="Cascadia Mono"/>
                <a:ea typeface="Cascadia Mono"/>
                <a:cs typeface="Cascadia Mono"/>
              </a:defRPr>
            </a:pPr>
            <a:r>
              <a:rPr sz="900" b="0">
                <a:solidFill>
                  <a:srgbClr val="117C70"/>
                </a:solidFill>
                <a:latin typeface="Cascadia Mono"/>
                <a:ea typeface="Cascadia Mono"/>
                <a:cs typeface="Cascadia Mono"/>
              </a:rPr>
              <a:t>01</a:t>
            </a:r>
          </a:p>
        </p:txBody>
      </p:sp>
      <p:sp>
        <p:nvSpPr>
          <p:cNvPr id="6" name="">
            <a:extLst xmlns:a="http://schemas.openxmlformats.org/drawingml/2006/main">
              <a:ext uri="{FF2B5EF4-FFF2-40B4-BE49-F238E27FC236}">
                <a16:creationId xmlns:a16="http://schemas.microsoft.com/office/drawing/2014/main" id="{81BBB1CF-4722-4C09-ABA0-83A396CAB6CC}"/>
              </a:ext>
            </a:extLst>
          </p:cNvPr>
          <p:cNvSpPr>
            <a:spLocks xmlns:a="http://schemas.openxmlformats.org/drawingml/2006/main" noGrp="1"/>
          </p:cNvSpPr>
          <p:nvPr/>
        </p:nvSpPr>
        <p:spPr>
          <a:xfrm xmlns:a="http://schemas.openxmlformats.org/drawingml/2006/main">
            <a:off x="1200150" y="1914525"/>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800" b="1">
                <a:solidFill>
                  <a:srgbClr val="091827"/>
                </a:solidFill>
                <a:latin typeface="Cascadia Mono"/>
                <a:ea typeface="Cascadia Mono"/>
                <a:cs typeface="Cascadia Mono"/>
              </a:defRPr>
            </a:pPr>
            <a:r>
              <a:rPr sz="1800" b="1">
                <a:solidFill>
                  <a:srgbClr val="091827"/>
                </a:solidFill>
                <a:latin typeface="Cascadia Mono"/>
                <a:ea typeface="Cascadia Mono"/>
                <a:cs typeface="Cascadia Mono"/>
              </a:rPr>
              <a:t>LIVE</a:t>
            </a:r>
          </a:p>
        </p:txBody>
      </p:sp>
      <p:sp>
        <p:nvSpPr>
          <p:cNvPr id="7" name="">
            <a:extLst xmlns:a="http://schemas.openxmlformats.org/drawingml/2006/main">
              <a:ext uri="{FF2B5EF4-FFF2-40B4-BE49-F238E27FC236}">
                <a16:creationId xmlns:a16="http://schemas.microsoft.com/office/drawing/2014/main" id="{99726A0D-D98E-4FEA-8F64-BEDF15061CFA}"/>
              </a:ext>
            </a:extLst>
          </p:cNvPr>
          <p:cNvSpPr>
            <a:spLocks xmlns:a="http://schemas.openxmlformats.org/drawingml/2006/main" noGrp="1"/>
          </p:cNvSpPr>
          <p:nvPr/>
        </p:nvSpPr>
        <p:spPr>
          <a:xfrm xmlns:a="http://schemas.openxmlformats.org/drawingml/2006/main">
            <a:off x="1200150" y="228600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75" b="0">
                <a:solidFill>
                  <a:srgbClr val="5B6B78"/>
                </a:solidFill>
                <a:latin typeface="Segoe UI"/>
                <a:ea typeface="Segoe UI"/>
                <a:cs typeface="Segoe UI"/>
              </a:defRPr>
            </a:pPr>
            <a:r>
              <a:rPr sz="1275" b="0">
                <a:solidFill>
                  <a:srgbClr val="5B6B78"/>
                </a:solidFill>
                <a:latin typeface="Segoe UI"/>
                <a:ea typeface="Segoe UI"/>
                <a:cs typeface="Segoe UI"/>
              </a:rPr>
              <a:t>‏מה קורה עכשיו</a:t>
            </a:r>
          </a:p>
        </p:txBody>
      </p:sp>
      <p:sp>
        <p:nvSpPr>
          <p:cNvPr id="8" name="">
            <a:extLst xmlns:a="http://schemas.openxmlformats.org/drawingml/2006/main">
              <a:ext uri="{FF2B5EF4-FFF2-40B4-BE49-F238E27FC236}">
                <a16:creationId xmlns:a16="http://schemas.microsoft.com/office/drawing/2014/main" id="{0898D141-DD0E-41F6-BC47-64DA4DC4BD76}"/>
              </a:ext>
            </a:extLst>
          </p:cNvPr>
          <p:cNvSpPr>
            <a:spLocks xmlns:a="http://schemas.openxmlformats.org/drawingml/2006/main" noGrp="1"/>
          </p:cNvSpPr>
          <p:nvPr/>
        </p:nvSpPr>
        <p:spPr>
          <a:xfrm xmlns:a="http://schemas.openxmlformats.org/drawingml/2006/main">
            <a:off x="742950" y="2724150"/>
            <a:ext cx="3143250" cy="0"/>
          </a:xfrm>
          <a:prstGeom xmlns:a="http://schemas.openxmlformats.org/drawingml/2006/main" prst="line">
            <a:avLst/>
          </a:prstGeom>
          <a:noFill xmlns:a="http://schemas.openxmlformats.org/drawingml/2006/main"/>
          <a:ln xmlns:a="http://schemas.openxmlformats.org/drawingml/2006/main" w="9525">
            <a:solidFill>
              <a:srgbClr val="C9D2D8"/>
            </a:solidFill>
            <a:prstDash val="solid"/>
          </a:ln>
        </p:spPr>
      </p:sp>
      <p:sp>
        <p:nvSpPr>
          <p:cNvPr id="9" name="">
            <a:extLst xmlns:a="http://schemas.openxmlformats.org/drawingml/2006/main">
              <a:ext uri="{FF2B5EF4-FFF2-40B4-BE49-F238E27FC236}">
                <a16:creationId xmlns:a16="http://schemas.microsoft.com/office/drawing/2014/main" id="{3F358C34-E4BA-488C-A625-65EC18D3D821}"/>
              </a:ext>
            </a:extLst>
          </p:cNvPr>
          <p:cNvSpPr>
            <a:spLocks xmlns:a="http://schemas.openxmlformats.org/drawingml/2006/main" noGrp="1"/>
          </p:cNvSpPr>
          <p:nvPr/>
        </p:nvSpPr>
        <p:spPr>
          <a:xfrm xmlns:a="http://schemas.openxmlformats.org/drawingml/2006/main">
            <a:off x="742950" y="30099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00" b="0">
                <a:solidFill>
                  <a:srgbClr val="117C70"/>
                </a:solidFill>
                <a:latin typeface="Cascadia Mono"/>
                <a:ea typeface="Cascadia Mono"/>
                <a:cs typeface="Cascadia Mono"/>
              </a:defRPr>
            </a:pPr>
            <a:r>
              <a:rPr sz="900" b="0">
                <a:solidFill>
                  <a:srgbClr val="117C70"/>
                </a:solidFill>
                <a:latin typeface="Cascadia Mono"/>
                <a:ea typeface="Cascadia Mono"/>
                <a:cs typeface="Cascadia Mono"/>
              </a:rPr>
              <a:t>02</a:t>
            </a:r>
          </a:p>
        </p:txBody>
      </p:sp>
      <p:sp>
        <p:nvSpPr>
          <p:cNvPr id="10" name="">
            <a:extLst xmlns:a="http://schemas.openxmlformats.org/drawingml/2006/main">
              <a:ext uri="{FF2B5EF4-FFF2-40B4-BE49-F238E27FC236}">
                <a16:creationId xmlns:a16="http://schemas.microsoft.com/office/drawing/2014/main" id="{F311C55E-C81F-426C-B598-1F5695CBE89B}"/>
              </a:ext>
            </a:extLst>
          </p:cNvPr>
          <p:cNvSpPr>
            <a:spLocks xmlns:a="http://schemas.openxmlformats.org/drawingml/2006/main" noGrp="1"/>
          </p:cNvSpPr>
          <p:nvPr/>
        </p:nvSpPr>
        <p:spPr>
          <a:xfrm xmlns:a="http://schemas.openxmlformats.org/drawingml/2006/main">
            <a:off x="1200150" y="2943225"/>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800" b="1">
                <a:solidFill>
                  <a:srgbClr val="091827"/>
                </a:solidFill>
                <a:latin typeface="Cascadia Mono"/>
                <a:ea typeface="Cascadia Mono"/>
                <a:cs typeface="Cascadia Mono"/>
              </a:defRPr>
            </a:pPr>
            <a:r>
              <a:rPr sz="1800" b="1">
                <a:solidFill>
                  <a:srgbClr val="091827"/>
                </a:solidFill>
                <a:latin typeface="Cascadia Mono"/>
                <a:ea typeface="Cascadia Mono"/>
                <a:cs typeface="Cascadia Mono"/>
              </a:rPr>
              <a:t>CERTIFIED</a:t>
            </a:r>
          </a:p>
        </p:txBody>
      </p:sp>
      <p:sp>
        <p:nvSpPr>
          <p:cNvPr id="11" name="">
            <a:extLst xmlns:a="http://schemas.openxmlformats.org/drawingml/2006/main">
              <a:ext uri="{FF2B5EF4-FFF2-40B4-BE49-F238E27FC236}">
                <a16:creationId xmlns:a16="http://schemas.microsoft.com/office/drawing/2014/main" id="{59C607C9-E620-4B61-ABCB-0BFF598595E6}"/>
              </a:ext>
            </a:extLst>
          </p:cNvPr>
          <p:cNvSpPr>
            <a:spLocks xmlns:a="http://schemas.openxmlformats.org/drawingml/2006/main" noGrp="1"/>
          </p:cNvSpPr>
          <p:nvPr/>
        </p:nvSpPr>
        <p:spPr>
          <a:xfrm xmlns:a="http://schemas.openxmlformats.org/drawingml/2006/main">
            <a:off x="1200150" y="331470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75" b="0">
                <a:solidFill>
                  <a:srgbClr val="5B6B78"/>
                </a:solidFill>
                <a:latin typeface="Segoe UI"/>
                <a:ea typeface="Segoe UI"/>
                <a:cs typeface="Segoe UI"/>
              </a:defRPr>
            </a:pPr>
            <a:r>
              <a:rPr sz="1275" b="0">
                <a:solidFill>
                  <a:srgbClr val="5B6B78"/>
                </a:solidFill>
                <a:latin typeface="Segoe UI"/>
                <a:ea typeface="Segoe UI"/>
                <a:cs typeface="Segoe UI"/>
              </a:rPr>
              <a:t>‏מה עבר בדיקה</a:t>
            </a:r>
          </a:p>
        </p:txBody>
      </p:sp>
      <p:sp>
        <p:nvSpPr>
          <p:cNvPr id="12" name="">
            <a:extLst xmlns:a="http://schemas.openxmlformats.org/drawingml/2006/main">
              <a:ext uri="{FF2B5EF4-FFF2-40B4-BE49-F238E27FC236}">
                <a16:creationId xmlns:a16="http://schemas.microsoft.com/office/drawing/2014/main" id="{4DF77248-B043-486F-83F3-03967CEB4743}"/>
              </a:ext>
            </a:extLst>
          </p:cNvPr>
          <p:cNvSpPr>
            <a:spLocks xmlns:a="http://schemas.openxmlformats.org/drawingml/2006/main" noGrp="1"/>
          </p:cNvSpPr>
          <p:nvPr/>
        </p:nvSpPr>
        <p:spPr>
          <a:xfrm xmlns:a="http://schemas.openxmlformats.org/drawingml/2006/main">
            <a:off x="742950" y="3752850"/>
            <a:ext cx="3143250" cy="0"/>
          </a:xfrm>
          <a:prstGeom xmlns:a="http://schemas.openxmlformats.org/drawingml/2006/main" prst="line">
            <a:avLst/>
          </a:prstGeom>
          <a:noFill xmlns:a="http://schemas.openxmlformats.org/drawingml/2006/main"/>
          <a:ln xmlns:a="http://schemas.openxmlformats.org/drawingml/2006/main" w="9525">
            <a:solidFill>
              <a:srgbClr val="C9D2D8"/>
            </a:solidFill>
            <a:prstDash val="solid"/>
          </a:ln>
        </p:spPr>
      </p:sp>
      <p:sp>
        <p:nvSpPr>
          <p:cNvPr id="13" name="">
            <a:extLst xmlns:a="http://schemas.openxmlformats.org/drawingml/2006/main">
              <a:ext uri="{FF2B5EF4-FFF2-40B4-BE49-F238E27FC236}">
                <a16:creationId xmlns:a16="http://schemas.microsoft.com/office/drawing/2014/main" id="{6140832E-61CA-4732-B37E-C17113348CEE}"/>
              </a:ext>
            </a:extLst>
          </p:cNvPr>
          <p:cNvSpPr>
            <a:spLocks xmlns:a="http://schemas.openxmlformats.org/drawingml/2006/main" noGrp="1"/>
          </p:cNvSpPr>
          <p:nvPr/>
        </p:nvSpPr>
        <p:spPr>
          <a:xfrm xmlns:a="http://schemas.openxmlformats.org/drawingml/2006/main">
            <a:off x="742950" y="40386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00" b="0">
                <a:solidFill>
                  <a:srgbClr val="117C70"/>
                </a:solidFill>
                <a:latin typeface="Cascadia Mono"/>
                <a:ea typeface="Cascadia Mono"/>
                <a:cs typeface="Cascadia Mono"/>
              </a:defRPr>
            </a:pPr>
            <a:r>
              <a:rPr sz="900" b="0">
                <a:solidFill>
                  <a:srgbClr val="117C70"/>
                </a:solidFill>
                <a:latin typeface="Cascadia Mono"/>
                <a:ea typeface="Cascadia Mono"/>
                <a:cs typeface="Cascadia Mono"/>
              </a:rPr>
              <a:t>03</a:t>
            </a:r>
          </a:p>
        </p:txBody>
      </p:sp>
      <p:sp>
        <p:nvSpPr>
          <p:cNvPr id="14" name="">
            <a:extLst xmlns:a="http://schemas.openxmlformats.org/drawingml/2006/main">
              <a:ext uri="{FF2B5EF4-FFF2-40B4-BE49-F238E27FC236}">
                <a16:creationId xmlns:a16="http://schemas.microsoft.com/office/drawing/2014/main" id="{579DD8E6-423C-436A-BE7F-399A3EFEE626}"/>
              </a:ext>
            </a:extLst>
          </p:cNvPr>
          <p:cNvSpPr>
            <a:spLocks xmlns:a="http://schemas.openxmlformats.org/drawingml/2006/main" noGrp="1"/>
          </p:cNvSpPr>
          <p:nvPr/>
        </p:nvSpPr>
        <p:spPr>
          <a:xfrm xmlns:a="http://schemas.openxmlformats.org/drawingml/2006/main">
            <a:off x="1200150" y="3971925"/>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800" b="1">
                <a:solidFill>
                  <a:srgbClr val="091827"/>
                </a:solidFill>
                <a:latin typeface="Cascadia Mono"/>
                <a:ea typeface="Cascadia Mono"/>
                <a:cs typeface="Cascadia Mono"/>
              </a:defRPr>
            </a:pPr>
            <a:r>
              <a:rPr sz="1800" b="1">
                <a:solidFill>
                  <a:srgbClr val="091827"/>
                </a:solidFill>
                <a:latin typeface="Cascadia Mono"/>
                <a:ea typeface="Cascadia Mono"/>
                <a:cs typeface="Cascadia Mono"/>
              </a:rPr>
              <a:t>EXPLAINED</a:t>
            </a:r>
          </a:p>
        </p:txBody>
      </p:sp>
      <p:sp>
        <p:nvSpPr>
          <p:cNvPr id="15" name="">
            <a:extLst xmlns:a="http://schemas.openxmlformats.org/drawingml/2006/main">
              <a:ext uri="{FF2B5EF4-FFF2-40B4-BE49-F238E27FC236}">
                <a16:creationId xmlns:a16="http://schemas.microsoft.com/office/drawing/2014/main" id="{F91DB8EE-CF1A-4857-BCDA-120206991263}"/>
              </a:ext>
            </a:extLst>
          </p:cNvPr>
          <p:cNvSpPr>
            <a:spLocks xmlns:a="http://schemas.openxmlformats.org/drawingml/2006/main" noGrp="1"/>
          </p:cNvSpPr>
          <p:nvPr/>
        </p:nvSpPr>
        <p:spPr>
          <a:xfrm xmlns:a="http://schemas.openxmlformats.org/drawingml/2006/main">
            <a:off x="1200150" y="434340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75" b="0">
                <a:solidFill>
                  <a:srgbClr val="5B6B78"/>
                </a:solidFill>
                <a:latin typeface="Segoe UI"/>
                <a:ea typeface="Segoe UI"/>
                <a:cs typeface="Segoe UI"/>
              </a:defRPr>
            </a:pPr>
            <a:r>
              <a:rPr sz="1275" b="0">
                <a:solidFill>
                  <a:srgbClr val="5B6B78"/>
                </a:solidFill>
                <a:latin typeface="Segoe UI"/>
                <a:ea typeface="Segoe UI"/>
                <a:cs typeface="Segoe UI"/>
              </a:rPr>
              <a:t>‏למה התקבלה התוצאה</a:t>
            </a:r>
          </a:p>
        </p:txBody>
      </p:sp>
      <p:sp>
        <p:nvSpPr>
          <p:cNvPr id="16" name="">
            <a:extLst xmlns:a="http://schemas.openxmlformats.org/drawingml/2006/main">
              <a:ext uri="{FF2B5EF4-FFF2-40B4-BE49-F238E27FC236}">
                <a16:creationId xmlns:a16="http://schemas.microsoft.com/office/drawing/2014/main" id="{A39F68B3-E701-4856-A95F-5CB69D15D14A}"/>
              </a:ext>
            </a:extLst>
          </p:cNvPr>
          <p:cNvSpPr>
            <a:spLocks xmlns:a="http://schemas.openxmlformats.org/drawingml/2006/main" noGrp="1"/>
          </p:cNvSpPr>
          <p:nvPr/>
        </p:nvSpPr>
        <p:spPr>
          <a:xfrm xmlns:a="http://schemas.openxmlformats.org/drawingml/2006/main">
            <a:off x="647700" y="6134100"/>
            <a:ext cx="409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50" b="0">
                <a:solidFill>
                  <a:srgbClr val="5B6B78"/>
                </a:solidFill>
                <a:latin typeface="Segoe UI"/>
                <a:ea typeface="Segoe UI"/>
                <a:cs typeface="Segoe UI"/>
              </a:defRPr>
            </a:pPr>
            <a:r>
              <a:rPr sz="1050" b="0">
                <a:solidFill>
                  <a:srgbClr val="5B6B78"/>
                </a:solidFill>
                <a:latin typeface="Segoe UI"/>
                <a:ea typeface="Segoe UI"/>
                <a:cs typeface="Segoe UI"/>
              </a:rPr>
              <a:t>‏עמיחי · פרויקט גמר · הנדסת נתונים</a:t>
            </a:r>
          </a:p>
        </p:txBody>
      </p:sp>
    </p:spTree>
    <p:extLst>
      <p:ext uri="{BB962C8B-B14F-4D97-AF65-F5344CB8AC3E}">
        <p14:creationId xmlns:p14="http://schemas.microsoft.com/office/powerpoint/2010/main" val="1764281937"/>
      </p:ext>
    </p:extLst>
  </p:cSld>
</p:sld>
</file>

<file path=ppt/slides/slide2.xml><?xml version="1.0" encoding="utf-8"?>
<p:sld xmlns:p="http://schemas.openxmlformats.org/presentationml/2006/main">
  <p:cSld>
    <p:bg>
      <p:bgPr>
        <a:solidFill xmlns:a="http://schemas.openxmlformats.org/drawingml/2006/main">
          <a:srgbClr val="091827"/>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79CAA5D-8DA6-4D6C-ADF9-7C6C340C235A}"/>
              </a:ext>
            </a:extLst>
          </p:cNvPr>
          <p:cNvSpPr>
            <a:spLocks xmlns:a="http://schemas.openxmlformats.org/drawingml/2006/main" noGrp="1"/>
          </p:cNvSpPr>
          <p:nvPr/>
        </p:nvSpPr>
        <p:spPr>
          <a:xfrm xmlns:a="http://schemas.openxmlformats.org/drawingml/2006/main">
            <a:off x="609600" y="400050"/>
            <a:ext cx="247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75" b="1">
                <a:solidFill>
                  <a:srgbClr val="35D4B5"/>
                </a:solidFill>
                <a:latin typeface="Cascadia Mono"/>
                <a:ea typeface="Cascadia Mono"/>
                <a:cs typeface="Cascadia Mono"/>
              </a:defRPr>
            </a:pPr>
            <a:r>
              <a:rPr sz="975" b="1">
                <a:solidFill>
                  <a:srgbClr val="35D4B5"/>
                </a:solidFill>
                <a:latin typeface="Cascadia Mono"/>
                <a:ea typeface="Cascadia Mono"/>
                <a:cs typeface="Cascadia Mono"/>
              </a:rPr>
              <a:t>THE PROBLEM</a:t>
            </a:r>
          </a:p>
        </p:txBody>
      </p:sp>
      <p:sp>
        <p:nvSpPr>
          <p:cNvPr id="2" name="">
            <a:extLst xmlns:a="http://schemas.openxmlformats.org/drawingml/2006/main">
              <a:ext uri="{FF2B5EF4-FFF2-40B4-BE49-F238E27FC236}">
                <a16:creationId xmlns:a16="http://schemas.microsoft.com/office/drawing/2014/main" id="{7616DAE9-0363-4BBC-89A7-27850F020242}"/>
              </a:ext>
            </a:extLst>
          </p:cNvPr>
          <p:cNvSpPr>
            <a:spLocks xmlns:a="http://schemas.openxmlformats.org/drawingml/2006/main" noGrp="1"/>
          </p:cNvSpPr>
          <p:nvPr/>
        </p:nvSpPr>
        <p:spPr>
          <a:xfrm xmlns:a="http://schemas.openxmlformats.org/drawingml/2006/main">
            <a:off x="4000500" y="857250"/>
            <a:ext cx="752475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92000"/>
              </a:lnSpc>
              <a:buNone/>
              <a:defRPr sz="4350" b="1">
                <a:solidFill>
                  <a:srgbClr val="F8FBFF"/>
                </a:solidFill>
                <a:latin typeface="Segoe UI"/>
                <a:ea typeface="Segoe UI"/>
                <a:cs typeface="Segoe UI"/>
              </a:defRPr>
            </a:pPr>
            <a:r>
              <a:rPr sz="4350" b="1">
                <a:solidFill>
                  <a:srgbClr val="F8FBFF"/>
                </a:solidFill>
                <a:latin typeface="Segoe UI"/>
                <a:ea typeface="Segoe UI"/>
                <a:cs typeface="Segoe UI"/>
              </a:rPr>
              <a:t>‏סוחר רואה מספר.</a:t>
            </a:r>
          </a:p>
          <a:p xmlns:a="http://schemas.openxmlformats.org/drawingml/2006/main">
            <a:pPr algn="r">
              <a:lnSpc>
                <a:spcPct val="92000"/>
              </a:lnSpc>
              <a:buNone/>
              <a:defRPr sz="4350" b="1">
                <a:solidFill>
                  <a:srgbClr val="F8FBFF"/>
                </a:solidFill>
                <a:latin typeface="Segoe UI"/>
                <a:ea typeface="Segoe UI"/>
                <a:cs typeface="Segoe UI"/>
              </a:defRPr>
            </a:pPr>
            <a:r>
              <a:rPr sz="4350" b="1">
                <a:solidFill>
                  <a:srgbClr val="F8FBFF"/>
                </a:solidFill>
                <a:latin typeface="Segoe UI"/>
                <a:ea typeface="Segoe UI"/>
                <a:cs typeface="Segoe UI"/>
              </a:rPr>
              <a:t>אבל האם אפשר לסמוך עליו?</a:t>
            </a:r>
          </a:p>
        </p:txBody>
      </p:sp>
      <p:sp>
        <p:nvSpPr>
          <p:cNvPr id="3" name="">
            <a:extLst xmlns:a="http://schemas.openxmlformats.org/drawingml/2006/main">
              <a:ext uri="{FF2B5EF4-FFF2-40B4-BE49-F238E27FC236}">
                <a16:creationId xmlns:a16="http://schemas.microsoft.com/office/drawing/2014/main" id="{96690B84-8199-4EF3-A1C3-3710B6C5E7D9}"/>
              </a:ext>
            </a:extLst>
          </p:cNvPr>
          <p:cNvSpPr>
            <a:spLocks xmlns:a="http://schemas.openxmlformats.org/drawingml/2006/main" noGrp="1"/>
          </p:cNvSpPr>
          <p:nvPr/>
        </p:nvSpPr>
        <p:spPr>
          <a:xfrm xmlns:a="http://schemas.openxmlformats.org/drawingml/2006/main">
            <a:off x="5048250" y="2571750"/>
            <a:ext cx="647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800" b="0">
                <a:solidFill>
                  <a:srgbClr val="9AB1C5"/>
                </a:solidFill>
                <a:latin typeface="Segoe UI"/>
                <a:ea typeface="Segoe UI"/>
                <a:cs typeface="Segoe UI"/>
              </a:defRPr>
            </a:pPr>
            <a:r>
              <a:rPr sz="1800" b="0">
                <a:solidFill>
                  <a:srgbClr val="9AB1C5"/>
                </a:solidFill>
                <a:latin typeface="Segoe UI"/>
                <a:ea typeface="Segoe UI"/>
                <a:cs typeface="Segoe UI"/>
              </a:rPr>
              <a:t>‏מחיר לבדו אינו מסביר אם הנתון טרי, אם החברה פרסמה מידע מהותי, ואם רעיון מסחר שרד בדיקה היסטורית הוגנת.</a:t>
            </a:r>
          </a:p>
        </p:txBody>
      </p:sp>
      <p:sp>
        <p:nvSpPr>
          <p:cNvPr id="4" name="">
            <a:extLst xmlns:a="http://schemas.openxmlformats.org/drawingml/2006/main">
              <a:ext uri="{FF2B5EF4-FFF2-40B4-BE49-F238E27FC236}">
                <a16:creationId xmlns:a16="http://schemas.microsoft.com/office/drawing/2014/main" id="{5021B7C7-33A6-4D93-91FD-D90896DBB4A1}"/>
              </a:ext>
            </a:extLst>
          </p:cNvPr>
          <p:cNvSpPr>
            <a:spLocks xmlns:a="http://schemas.openxmlformats.org/drawingml/2006/main" noGrp="1"/>
          </p:cNvSpPr>
          <p:nvPr/>
        </p:nvSpPr>
        <p:spPr>
          <a:xfrm xmlns:a="http://schemas.openxmlformats.org/drawingml/2006/main">
            <a:off x="9010650" y="3943350"/>
            <a:ext cx="9525" cy="1447800"/>
          </a:xfrm>
          <a:prstGeom xmlns:a="http://schemas.openxmlformats.org/drawingml/2006/main" prst="rect">
            <a:avLst/>
          </a:prstGeom>
          <a:solidFill xmlns:a="http://schemas.openxmlformats.org/drawingml/2006/main">
            <a:srgbClr val="29415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C10BB9-7F3D-4A46-8E0B-1C994D1E7AFE}"/>
              </a:ext>
            </a:extLst>
          </p:cNvPr>
          <p:cNvSpPr>
            <a:spLocks xmlns:a="http://schemas.openxmlformats.org/drawingml/2006/main" noGrp="1"/>
          </p:cNvSpPr>
          <p:nvPr/>
        </p:nvSpPr>
        <p:spPr>
          <a:xfrm xmlns:a="http://schemas.openxmlformats.org/drawingml/2006/main">
            <a:off x="9182100" y="379095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00" b="0">
                <a:solidFill>
                  <a:srgbClr val="35D4B5"/>
                </a:solidFill>
                <a:latin typeface="Cascadia Mono"/>
                <a:ea typeface="Cascadia Mono"/>
                <a:cs typeface="Cascadia Mono"/>
              </a:defRPr>
            </a:pPr>
            <a:r>
              <a:rPr sz="900" b="0">
                <a:solidFill>
                  <a:srgbClr val="35D4B5"/>
                </a:solidFill>
                <a:latin typeface="Cascadia Mono"/>
                <a:ea typeface="Cascadia Mono"/>
                <a:cs typeface="Cascadia Mono"/>
              </a:rPr>
              <a:t>01</a:t>
            </a:r>
          </a:p>
        </p:txBody>
      </p:sp>
      <p:sp>
        <p:nvSpPr>
          <p:cNvPr id="6" name="">
            <a:extLst xmlns:a="http://schemas.openxmlformats.org/drawingml/2006/main">
              <a:ext uri="{FF2B5EF4-FFF2-40B4-BE49-F238E27FC236}">
                <a16:creationId xmlns:a16="http://schemas.microsoft.com/office/drawing/2014/main" id="{9A64CA6A-3524-437A-A5A9-2D4E0750C25B}"/>
              </a:ext>
            </a:extLst>
          </p:cNvPr>
          <p:cNvSpPr>
            <a:spLocks xmlns:a="http://schemas.openxmlformats.org/drawingml/2006/main" noGrp="1"/>
          </p:cNvSpPr>
          <p:nvPr/>
        </p:nvSpPr>
        <p:spPr>
          <a:xfrm xmlns:a="http://schemas.openxmlformats.org/drawingml/2006/main">
            <a:off x="9182100" y="4152900"/>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875" b="1">
                <a:solidFill>
                  <a:srgbClr val="F8FBFF"/>
                </a:solidFill>
                <a:latin typeface="Segoe UI"/>
                <a:ea typeface="Segoe UI"/>
                <a:cs typeface="Segoe UI"/>
              </a:defRPr>
            </a:pPr>
            <a:r>
              <a:rPr sz="1875" b="1">
                <a:solidFill>
                  <a:srgbClr val="F8FBFF"/>
                </a:solidFill>
                <a:latin typeface="Segoe UI"/>
                <a:ea typeface="Segoe UI"/>
                <a:cs typeface="Segoe UI"/>
              </a:rPr>
              <a:t>‏מה קורה עכשיו?</a:t>
            </a:r>
          </a:p>
        </p:txBody>
      </p:sp>
      <p:sp>
        <p:nvSpPr>
          <p:cNvPr id="7" name="">
            <a:extLst xmlns:a="http://schemas.openxmlformats.org/drawingml/2006/main">
              <a:ext uri="{FF2B5EF4-FFF2-40B4-BE49-F238E27FC236}">
                <a16:creationId xmlns:a16="http://schemas.microsoft.com/office/drawing/2014/main" id="{8CB71A37-BB8B-4C05-983F-CAD012F65A25}"/>
              </a:ext>
            </a:extLst>
          </p:cNvPr>
          <p:cNvSpPr>
            <a:spLocks xmlns:a="http://schemas.openxmlformats.org/drawingml/2006/main" noGrp="1"/>
          </p:cNvSpPr>
          <p:nvPr/>
        </p:nvSpPr>
        <p:spPr>
          <a:xfrm xmlns:a="http://schemas.openxmlformats.org/drawingml/2006/main">
            <a:off x="9182100" y="4810125"/>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500" b="0">
                <a:solidFill>
                  <a:srgbClr val="9AB1C5"/>
                </a:solidFill>
                <a:latin typeface="Segoe UI"/>
                <a:ea typeface="Segoe UI"/>
                <a:cs typeface="Segoe UI"/>
              </a:defRPr>
            </a:pPr>
            <a:r>
              <a:rPr sz="1500" b="0">
                <a:solidFill>
                  <a:srgbClr val="9AB1C5"/>
                </a:solidFill>
                <a:latin typeface="Segoe UI"/>
                <a:ea typeface="Segoe UI"/>
                <a:cs typeface="Segoe UI"/>
              </a:rPr>
              <a:t>‏מחיר, נפח ומגמה</a:t>
            </a:r>
          </a:p>
        </p:txBody>
      </p:sp>
      <p:sp>
        <p:nvSpPr>
          <p:cNvPr id="8" name="">
            <a:extLst xmlns:a="http://schemas.openxmlformats.org/drawingml/2006/main">
              <a:ext uri="{FF2B5EF4-FFF2-40B4-BE49-F238E27FC236}">
                <a16:creationId xmlns:a16="http://schemas.microsoft.com/office/drawing/2014/main" id="{CC4C0D97-75BD-4699-A1C2-BC92331E65B0}"/>
              </a:ext>
            </a:extLst>
          </p:cNvPr>
          <p:cNvSpPr>
            <a:spLocks xmlns:a="http://schemas.openxmlformats.org/drawingml/2006/main" noGrp="1"/>
          </p:cNvSpPr>
          <p:nvPr/>
        </p:nvSpPr>
        <p:spPr>
          <a:xfrm xmlns:a="http://schemas.openxmlformats.org/drawingml/2006/main">
            <a:off x="6134100" y="3943350"/>
            <a:ext cx="9525" cy="1447800"/>
          </a:xfrm>
          <a:prstGeom xmlns:a="http://schemas.openxmlformats.org/drawingml/2006/main" prst="rect">
            <a:avLst/>
          </a:prstGeom>
          <a:solidFill xmlns:a="http://schemas.openxmlformats.org/drawingml/2006/main">
            <a:srgbClr val="29415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9206463-88A8-4C21-9255-24B974FA4CA1}"/>
              </a:ext>
            </a:extLst>
          </p:cNvPr>
          <p:cNvSpPr>
            <a:spLocks xmlns:a="http://schemas.openxmlformats.org/drawingml/2006/main" noGrp="1"/>
          </p:cNvSpPr>
          <p:nvPr/>
        </p:nvSpPr>
        <p:spPr>
          <a:xfrm xmlns:a="http://schemas.openxmlformats.org/drawingml/2006/main">
            <a:off x="6305550" y="379095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00" b="0">
                <a:solidFill>
                  <a:srgbClr val="35D4B5"/>
                </a:solidFill>
                <a:latin typeface="Cascadia Mono"/>
                <a:ea typeface="Cascadia Mono"/>
                <a:cs typeface="Cascadia Mono"/>
              </a:defRPr>
            </a:pPr>
            <a:r>
              <a:rPr sz="900" b="0">
                <a:solidFill>
                  <a:srgbClr val="35D4B5"/>
                </a:solidFill>
                <a:latin typeface="Cascadia Mono"/>
                <a:ea typeface="Cascadia Mono"/>
                <a:cs typeface="Cascadia Mono"/>
              </a:rPr>
              <a:t>02</a:t>
            </a:r>
          </a:p>
        </p:txBody>
      </p:sp>
      <p:sp>
        <p:nvSpPr>
          <p:cNvPr id="10" name="">
            <a:extLst xmlns:a="http://schemas.openxmlformats.org/drawingml/2006/main">
              <a:ext uri="{FF2B5EF4-FFF2-40B4-BE49-F238E27FC236}">
                <a16:creationId xmlns:a16="http://schemas.microsoft.com/office/drawing/2014/main" id="{A4050AB0-658A-4FE3-BE49-DF30550E027C}"/>
              </a:ext>
            </a:extLst>
          </p:cNvPr>
          <p:cNvSpPr>
            <a:spLocks xmlns:a="http://schemas.openxmlformats.org/drawingml/2006/main" noGrp="1"/>
          </p:cNvSpPr>
          <p:nvPr/>
        </p:nvSpPr>
        <p:spPr>
          <a:xfrm xmlns:a="http://schemas.openxmlformats.org/drawingml/2006/main">
            <a:off x="6305550" y="4152900"/>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875" b="1">
                <a:solidFill>
                  <a:srgbClr val="F8FBFF"/>
                </a:solidFill>
                <a:latin typeface="Segoe UI"/>
                <a:ea typeface="Segoe UI"/>
                <a:cs typeface="Segoe UI"/>
              </a:defRPr>
            </a:pPr>
            <a:r>
              <a:rPr sz="1875" b="1">
                <a:solidFill>
                  <a:srgbClr val="F8FBFF"/>
                </a:solidFill>
                <a:latin typeface="Segoe UI"/>
                <a:ea typeface="Segoe UI"/>
                <a:cs typeface="Segoe UI"/>
              </a:rPr>
              <a:t>‏האם הנתון אמין?</a:t>
            </a:r>
          </a:p>
        </p:txBody>
      </p:sp>
      <p:sp>
        <p:nvSpPr>
          <p:cNvPr id="11" name="">
            <a:extLst xmlns:a="http://schemas.openxmlformats.org/drawingml/2006/main">
              <a:ext uri="{FF2B5EF4-FFF2-40B4-BE49-F238E27FC236}">
                <a16:creationId xmlns:a16="http://schemas.microsoft.com/office/drawing/2014/main" id="{BFF140FB-5017-4C65-BAA3-ED17FD620A8D}"/>
              </a:ext>
            </a:extLst>
          </p:cNvPr>
          <p:cNvSpPr>
            <a:spLocks xmlns:a="http://schemas.openxmlformats.org/drawingml/2006/main" noGrp="1"/>
          </p:cNvSpPr>
          <p:nvPr/>
        </p:nvSpPr>
        <p:spPr>
          <a:xfrm xmlns:a="http://schemas.openxmlformats.org/drawingml/2006/main">
            <a:off x="6305550" y="4810125"/>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500" b="0">
                <a:solidFill>
                  <a:srgbClr val="9AB1C5"/>
                </a:solidFill>
                <a:latin typeface="Segoe UI"/>
                <a:ea typeface="Segoe UI"/>
                <a:cs typeface="Segoe UI"/>
              </a:defRPr>
            </a:pPr>
            <a:r>
              <a:rPr sz="1500" b="0">
                <a:solidFill>
                  <a:srgbClr val="9AB1C5"/>
                </a:solidFill>
                <a:latin typeface="Segoe UI"/>
                <a:ea typeface="Segoe UI"/>
                <a:cs typeface="Segoe UI"/>
              </a:rPr>
              <a:t>‏טריות, איכות ומקור</a:t>
            </a:r>
          </a:p>
        </p:txBody>
      </p:sp>
      <p:sp>
        <p:nvSpPr>
          <p:cNvPr id="12" name="">
            <a:extLst xmlns:a="http://schemas.openxmlformats.org/drawingml/2006/main">
              <a:ext uri="{FF2B5EF4-FFF2-40B4-BE49-F238E27FC236}">
                <a16:creationId xmlns:a16="http://schemas.microsoft.com/office/drawing/2014/main" id="{63D0493D-1D80-46D1-931B-587576D4775A}"/>
              </a:ext>
            </a:extLst>
          </p:cNvPr>
          <p:cNvSpPr>
            <a:spLocks xmlns:a="http://schemas.openxmlformats.org/drawingml/2006/main" noGrp="1"/>
          </p:cNvSpPr>
          <p:nvPr/>
        </p:nvSpPr>
        <p:spPr>
          <a:xfrm xmlns:a="http://schemas.openxmlformats.org/drawingml/2006/main">
            <a:off x="3257550" y="3943350"/>
            <a:ext cx="9525" cy="1447800"/>
          </a:xfrm>
          <a:prstGeom xmlns:a="http://schemas.openxmlformats.org/drawingml/2006/main" prst="rect">
            <a:avLst/>
          </a:prstGeom>
          <a:solidFill xmlns:a="http://schemas.openxmlformats.org/drawingml/2006/main">
            <a:srgbClr val="29415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541FBF1-913D-41B1-A8FF-F8AE0D553522}"/>
              </a:ext>
            </a:extLst>
          </p:cNvPr>
          <p:cNvSpPr>
            <a:spLocks xmlns:a="http://schemas.openxmlformats.org/drawingml/2006/main" noGrp="1"/>
          </p:cNvSpPr>
          <p:nvPr/>
        </p:nvSpPr>
        <p:spPr>
          <a:xfrm xmlns:a="http://schemas.openxmlformats.org/drawingml/2006/main">
            <a:off x="3429000" y="379095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00" b="0">
                <a:solidFill>
                  <a:srgbClr val="35D4B5"/>
                </a:solidFill>
                <a:latin typeface="Cascadia Mono"/>
                <a:ea typeface="Cascadia Mono"/>
                <a:cs typeface="Cascadia Mono"/>
              </a:defRPr>
            </a:pPr>
            <a:r>
              <a:rPr sz="900" b="0">
                <a:solidFill>
                  <a:srgbClr val="35D4B5"/>
                </a:solidFill>
                <a:latin typeface="Cascadia Mono"/>
                <a:ea typeface="Cascadia Mono"/>
                <a:cs typeface="Cascadia Mono"/>
              </a:rPr>
              <a:t>03</a:t>
            </a:r>
          </a:p>
        </p:txBody>
      </p:sp>
      <p:sp>
        <p:nvSpPr>
          <p:cNvPr id="14" name="">
            <a:extLst xmlns:a="http://schemas.openxmlformats.org/drawingml/2006/main">
              <a:ext uri="{FF2B5EF4-FFF2-40B4-BE49-F238E27FC236}">
                <a16:creationId xmlns:a16="http://schemas.microsoft.com/office/drawing/2014/main" id="{549EB817-344E-463F-B1B2-5D3A378B81FD}"/>
              </a:ext>
            </a:extLst>
          </p:cNvPr>
          <p:cNvSpPr>
            <a:spLocks xmlns:a="http://schemas.openxmlformats.org/drawingml/2006/main" noGrp="1"/>
          </p:cNvSpPr>
          <p:nvPr/>
        </p:nvSpPr>
        <p:spPr>
          <a:xfrm xmlns:a="http://schemas.openxmlformats.org/drawingml/2006/main">
            <a:off x="3429000" y="4152900"/>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875" b="1">
                <a:solidFill>
                  <a:srgbClr val="F8FBFF"/>
                </a:solidFill>
                <a:latin typeface="Segoe UI"/>
                <a:ea typeface="Segoe UI"/>
                <a:cs typeface="Segoe UI"/>
              </a:defRPr>
            </a:pPr>
            <a:r>
              <a:rPr sz="1875" b="1">
                <a:solidFill>
                  <a:srgbClr val="F8FBFF"/>
                </a:solidFill>
                <a:latin typeface="Segoe UI"/>
                <a:ea typeface="Segoe UI"/>
                <a:cs typeface="Segoe UI"/>
              </a:rPr>
              <a:t>‏מה השתנה בחברה?</a:t>
            </a:r>
          </a:p>
        </p:txBody>
      </p:sp>
      <p:sp>
        <p:nvSpPr>
          <p:cNvPr id="15" name="">
            <a:extLst xmlns:a="http://schemas.openxmlformats.org/drawingml/2006/main">
              <a:ext uri="{FF2B5EF4-FFF2-40B4-BE49-F238E27FC236}">
                <a16:creationId xmlns:a16="http://schemas.microsoft.com/office/drawing/2014/main" id="{33A8E051-FB82-4FA2-B412-FB51FE341EFF}"/>
              </a:ext>
            </a:extLst>
          </p:cNvPr>
          <p:cNvSpPr>
            <a:spLocks xmlns:a="http://schemas.openxmlformats.org/drawingml/2006/main" noGrp="1"/>
          </p:cNvSpPr>
          <p:nvPr/>
        </p:nvSpPr>
        <p:spPr>
          <a:xfrm xmlns:a="http://schemas.openxmlformats.org/drawingml/2006/main">
            <a:off x="3429000" y="4810125"/>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500" b="0">
                <a:solidFill>
                  <a:srgbClr val="9AB1C5"/>
                </a:solidFill>
                <a:latin typeface="Segoe UI"/>
                <a:ea typeface="Segoe UI"/>
                <a:cs typeface="Segoe UI"/>
              </a:defRPr>
            </a:pPr>
            <a:r>
              <a:rPr sz="1500" b="0">
                <a:solidFill>
                  <a:srgbClr val="9AB1C5"/>
                </a:solidFill>
                <a:latin typeface="Segoe UI"/>
                <a:ea typeface="Segoe UI"/>
                <a:cs typeface="Segoe UI"/>
              </a:rPr>
              <a:t>‏דיווחי ⁦SEC⁩ רשמיים</a:t>
            </a:r>
          </a:p>
        </p:txBody>
      </p:sp>
      <p:sp>
        <p:nvSpPr>
          <p:cNvPr id="16" name="">
            <a:extLst xmlns:a="http://schemas.openxmlformats.org/drawingml/2006/main">
              <a:ext uri="{FF2B5EF4-FFF2-40B4-BE49-F238E27FC236}">
                <a16:creationId xmlns:a16="http://schemas.microsoft.com/office/drawing/2014/main" id="{C58A88CE-B43F-45EC-9EA3-628089B4447E}"/>
              </a:ext>
            </a:extLst>
          </p:cNvPr>
          <p:cNvSpPr>
            <a:spLocks xmlns:a="http://schemas.openxmlformats.org/drawingml/2006/main" noGrp="1"/>
          </p:cNvSpPr>
          <p:nvPr/>
        </p:nvSpPr>
        <p:spPr>
          <a:xfrm xmlns:a="http://schemas.openxmlformats.org/drawingml/2006/main">
            <a:off x="552450" y="379095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00" b="0">
                <a:solidFill>
                  <a:srgbClr val="35D4B5"/>
                </a:solidFill>
                <a:latin typeface="Cascadia Mono"/>
                <a:ea typeface="Cascadia Mono"/>
                <a:cs typeface="Cascadia Mono"/>
              </a:defRPr>
            </a:pPr>
            <a:r>
              <a:rPr sz="900" b="0">
                <a:solidFill>
                  <a:srgbClr val="35D4B5"/>
                </a:solidFill>
                <a:latin typeface="Cascadia Mono"/>
                <a:ea typeface="Cascadia Mono"/>
                <a:cs typeface="Cascadia Mono"/>
              </a:rPr>
              <a:t>04</a:t>
            </a:r>
          </a:p>
        </p:txBody>
      </p:sp>
      <p:sp>
        <p:nvSpPr>
          <p:cNvPr id="17" name="">
            <a:extLst xmlns:a="http://schemas.openxmlformats.org/drawingml/2006/main">
              <a:ext uri="{FF2B5EF4-FFF2-40B4-BE49-F238E27FC236}">
                <a16:creationId xmlns:a16="http://schemas.microsoft.com/office/drawing/2014/main" id="{C81D7F32-5DD8-44D4-B8AD-0AEA92555338}"/>
              </a:ext>
            </a:extLst>
          </p:cNvPr>
          <p:cNvSpPr>
            <a:spLocks xmlns:a="http://schemas.openxmlformats.org/drawingml/2006/main" noGrp="1"/>
          </p:cNvSpPr>
          <p:nvPr/>
        </p:nvSpPr>
        <p:spPr>
          <a:xfrm xmlns:a="http://schemas.openxmlformats.org/drawingml/2006/main">
            <a:off x="552450" y="4152900"/>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6774"/>
          </a:bodyPr>
          <a:lstStyle xmlns:a="http://schemas.openxmlformats.org/drawingml/2006/main"/>
          <a:p xmlns:a="http://schemas.openxmlformats.org/drawingml/2006/main">
            <a:pPr algn="r">
              <a:lnSpc>
                <a:spcPct val="100000"/>
              </a:lnSpc>
              <a:buNone/>
              <a:defRPr sz="1875" b="1">
                <a:solidFill>
                  <a:srgbClr val="F8FBFF"/>
                </a:solidFill>
                <a:latin typeface="Segoe UI"/>
                <a:ea typeface="Segoe UI"/>
                <a:cs typeface="Segoe UI"/>
              </a:defRPr>
            </a:pPr>
            <a:r>
              <a:rPr sz="1875" b="1">
                <a:solidFill>
                  <a:srgbClr val="F8FBFF"/>
                </a:solidFill>
                <a:latin typeface="Segoe UI"/>
                <a:ea typeface="Segoe UI"/>
                <a:cs typeface="Segoe UI"/>
              </a:rPr>
              <a:t>‏האם הרעיון עבד בעבר?</a:t>
            </a:r>
          </a:p>
        </p:txBody>
      </p:sp>
      <p:sp>
        <p:nvSpPr>
          <p:cNvPr id="18" name="">
            <a:extLst xmlns:a="http://schemas.openxmlformats.org/drawingml/2006/main">
              <a:ext uri="{FF2B5EF4-FFF2-40B4-BE49-F238E27FC236}">
                <a16:creationId xmlns:a16="http://schemas.microsoft.com/office/drawing/2014/main" id="{A6FEDD65-B867-4FF4-A0D0-20CECD67E05A}"/>
              </a:ext>
            </a:extLst>
          </p:cNvPr>
          <p:cNvSpPr>
            <a:spLocks xmlns:a="http://schemas.openxmlformats.org/drawingml/2006/main" noGrp="1"/>
          </p:cNvSpPr>
          <p:nvPr/>
        </p:nvSpPr>
        <p:spPr>
          <a:xfrm xmlns:a="http://schemas.openxmlformats.org/drawingml/2006/main">
            <a:off x="552450" y="4810125"/>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500" b="0">
                <a:solidFill>
                  <a:srgbClr val="9AB1C5"/>
                </a:solidFill>
                <a:latin typeface="Segoe UI"/>
                <a:ea typeface="Segoe UI"/>
                <a:cs typeface="Segoe UI"/>
              </a:defRPr>
            </a:pPr>
            <a:r>
              <a:rPr sz="1500" b="0">
                <a:solidFill>
                  <a:srgbClr val="9AB1C5"/>
                </a:solidFill>
                <a:latin typeface="Segoe UI"/>
                <a:ea typeface="Segoe UI"/>
                <a:cs typeface="Segoe UI"/>
              </a:rPr>
              <a:t>‏בדיקה מול ⁦SPY⁩ ועלויות</a:t>
            </a:r>
          </a:p>
        </p:txBody>
      </p:sp>
      <p:sp>
        <p:nvSpPr>
          <p:cNvPr id="19" name="">
            <a:extLst xmlns:a="http://schemas.openxmlformats.org/drawingml/2006/main">
              <a:ext uri="{FF2B5EF4-FFF2-40B4-BE49-F238E27FC236}">
                <a16:creationId xmlns:a16="http://schemas.microsoft.com/office/drawing/2014/main" id="{B430272A-756A-4A53-BBCD-705075A87A08}"/>
              </a:ext>
            </a:extLst>
          </p:cNvPr>
          <p:cNvSpPr>
            <a:spLocks xmlns:a="http://schemas.openxmlformats.org/drawingml/2006/main" noGrp="1"/>
          </p:cNvSpPr>
          <p:nvPr/>
        </p:nvSpPr>
        <p:spPr>
          <a:xfrm xmlns:a="http://schemas.openxmlformats.org/drawingml/2006/main">
            <a:off x="495300" y="6438900"/>
            <a:ext cx="3429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25" b="1">
                <a:solidFill>
                  <a:srgbClr val="9AB1C5"/>
                </a:solidFill>
                <a:latin typeface="Cascadia Mono"/>
                <a:ea typeface="Cascadia Mono"/>
                <a:cs typeface="Cascadia Mono"/>
              </a:defRPr>
            </a:pPr>
            <a:r>
              <a:rPr sz="825" b="1">
                <a:solidFill>
                  <a:srgbClr val="9AB1C5"/>
                </a:solidFill>
                <a:latin typeface="Cascadia Mono"/>
                <a:ea typeface="Cascadia Mono"/>
                <a:cs typeface="Cascadia Mono"/>
              </a:rPr>
              <a:t>02</a:t>
            </a:r>
          </a:p>
        </p:txBody>
      </p:sp>
      <p:sp>
        <p:nvSpPr>
          <p:cNvPr id="20" name="">
            <a:extLst xmlns:a="http://schemas.openxmlformats.org/drawingml/2006/main">
              <a:ext uri="{FF2B5EF4-FFF2-40B4-BE49-F238E27FC236}">
                <a16:creationId xmlns:a16="http://schemas.microsoft.com/office/drawing/2014/main" id="{70D3F452-8CC2-44DD-A17D-42B4AB6E4057}"/>
              </a:ext>
            </a:extLst>
          </p:cNvPr>
          <p:cNvSpPr>
            <a:spLocks xmlns:a="http://schemas.openxmlformats.org/drawingml/2006/main" noGrp="1"/>
          </p:cNvSpPr>
          <p:nvPr/>
        </p:nvSpPr>
        <p:spPr>
          <a:xfrm xmlns:a="http://schemas.openxmlformats.org/drawingml/2006/main">
            <a:off x="914400" y="6534150"/>
            <a:ext cx="10744200" cy="0"/>
          </a:xfrm>
          <a:prstGeom xmlns:a="http://schemas.openxmlformats.org/drawingml/2006/main" prst="line">
            <a:avLst/>
          </a:prstGeom>
          <a:noFill xmlns:a="http://schemas.openxmlformats.org/drawingml/2006/main"/>
          <a:ln xmlns:a="http://schemas.openxmlformats.org/drawingml/2006/main" w="9525">
            <a:solidFill>
              <a:srgbClr val="294157"/>
            </a:solidFill>
            <a:prstDash val="solid"/>
          </a:ln>
        </p:spPr>
      </p:sp>
    </p:spTree>
    <p:extLst>
      <p:ext uri="{BB962C8B-B14F-4D97-AF65-F5344CB8AC3E}">
        <p14:creationId xmlns:p14="http://schemas.microsoft.com/office/powerpoint/2010/main" val="1237207408"/>
      </p:ext>
    </p:extLst>
  </p:cSld>
</p:sld>
</file>

<file path=ppt/slides/slide3.xml><?xml version="1.0" encoding="utf-8"?>
<p:sld xmlns:p="http://schemas.openxmlformats.org/presentationml/2006/main">
  <p:cSld>
    <p:bg>
      <p:bgPr>
        <a:solidFill xmlns:a="http://schemas.openxmlformats.org/drawingml/2006/main">
          <a:srgbClr val="F4F1E9"/>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8A98F284-BCD0-4A59-A829-47E6B29F2BDF}"/>
              </a:ext>
            </a:extLst>
          </p:cNvPr>
          <p:cNvSpPr>
            <a:spLocks xmlns:a="http://schemas.openxmlformats.org/drawingml/2006/main" noGrp="1"/>
          </p:cNvSpPr>
          <p:nvPr/>
        </p:nvSpPr>
        <p:spPr>
          <a:xfrm xmlns:a="http://schemas.openxmlformats.org/drawingml/2006/main">
            <a:off x="609600" y="361950"/>
            <a:ext cx="400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75" b="1">
                <a:solidFill>
                  <a:srgbClr val="117C70"/>
                </a:solidFill>
                <a:latin typeface="Cascadia Mono"/>
                <a:ea typeface="Cascadia Mono"/>
                <a:cs typeface="Cascadia Mono"/>
              </a:defRPr>
            </a:pPr>
            <a:r>
              <a:rPr sz="975" b="1">
                <a:solidFill>
                  <a:srgbClr val="117C70"/>
                </a:solidFill>
                <a:latin typeface="Cascadia Mono"/>
                <a:ea typeface="Cascadia Mono"/>
                <a:cs typeface="Cascadia Mono"/>
              </a:rPr>
              <a:t>PRODUCT VALUE</a:t>
            </a:r>
          </a:p>
        </p:txBody>
      </p:sp>
      <p:sp>
        <p:nvSpPr>
          <p:cNvPr id="2" name="">
            <a:extLst xmlns:a="http://schemas.openxmlformats.org/drawingml/2006/main">
              <a:ext uri="{FF2B5EF4-FFF2-40B4-BE49-F238E27FC236}">
                <a16:creationId xmlns:a16="http://schemas.microsoft.com/office/drawing/2014/main" id="{525D1A42-B040-496E-B2DA-164BDD4E7185}"/>
              </a:ext>
            </a:extLst>
          </p:cNvPr>
          <p:cNvSpPr>
            <a:spLocks xmlns:a="http://schemas.openxmlformats.org/drawingml/2006/main" noGrp="1"/>
          </p:cNvSpPr>
          <p:nvPr/>
        </p:nvSpPr>
        <p:spPr>
          <a:xfrm xmlns:a="http://schemas.openxmlformats.org/drawingml/2006/main">
            <a:off x="5810250" y="361950"/>
            <a:ext cx="5772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3000" b="1">
                <a:solidFill>
                  <a:srgbClr val="091827"/>
                </a:solidFill>
                <a:latin typeface="Segoe UI"/>
                <a:ea typeface="Segoe UI"/>
                <a:cs typeface="Segoe UI"/>
              </a:defRPr>
            </a:pPr>
            <a:r>
              <a:rPr sz="3000" b="1">
                <a:solidFill>
                  <a:srgbClr val="091827"/>
                </a:solidFill>
                <a:latin typeface="Segoe UI"/>
                <a:ea typeface="Segoe UI"/>
                <a:cs typeface="Segoe UI"/>
              </a:rPr>
              <a:t>‏מה המערכת נותנת לסוחר</a:t>
            </a:r>
          </a:p>
        </p:txBody>
      </p:sp>
      <p:sp>
        <p:nvSpPr>
          <p:cNvPr id="3" name="">
            <a:extLst xmlns:a="http://schemas.openxmlformats.org/drawingml/2006/main">
              <a:ext uri="{FF2B5EF4-FFF2-40B4-BE49-F238E27FC236}">
                <a16:creationId xmlns:a16="http://schemas.microsoft.com/office/drawing/2014/main" id="{6983B15B-5803-43EC-AAC9-B4DBEA73AEDE}"/>
              </a:ext>
            </a:extLst>
          </p:cNvPr>
          <p:cNvSpPr>
            <a:spLocks xmlns:a="http://schemas.openxmlformats.org/drawingml/2006/main" noGrp="1"/>
          </p:cNvSpPr>
          <p:nvPr/>
        </p:nvSpPr>
        <p:spPr>
          <a:xfrm xmlns:a="http://schemas.openxmlformats.org/drawingml/2006/main">
            <a:off x="495300" y="6438900"/>
            <a:ext cx="3429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25" b="1">
                <a:solidFill>
                  <a:srgbClr val="5B6B78"/>
                </a:solidFill>
                <a:latin typeface="Cascadia Mono"/>
                <a:ea typeface="Cascadia Mono"/>
                <a:cs typeface="Cascadia Mono"/>
              </a:defRPr>
            </a:pPr>
            <a:r>
              <a:rPr sz="825" b="1">
                <a:solidFill>
                  <a:srgbClr val="5B6B78"/>
                </a:solidFill>
                <a:latin typeface="Cascadia Mono"/>
                <a:ea typeface="Cascadia Mono"/>
                <a:cs typeface="Cascadia Mono"/>
              </a:rPr>
              <a:t>03</a:t>
            </a:r>
          </a:p>
        </p:txBody>
      </p:sp>
      <p:sp>
        <p:nvSpPr>
          <p:cNvPr id="4" name="">
            <a:extLst xmlns:a="http://schemas.openxmlformats.org/drawingml/2006/main">
              <a:ext uri="{FF2B5EF4-FFF2-40B4-BE49-F238E27FC236}">
                <a16:creationId xmlns:a16="http://schemas.microsoft.com/office/drawing/2014/main" id="{30F13749-3DB9-4B0C-9C59-D2390C3105DB}"/>
              </a:ext>
            </a:extLst>
          </p:cNvPr>
          <p:cNvSpPr>
            <a:spLocks xmlns:a="http://schemas.openxmlformats.org/drawingml/2006/main" noGrp="1"/>
          </p:cNvSpPr>
          <p:nvPr/>
        </p:nvSpPr>
        <p:spPr>
          <a:xfrm xmlns:a="http://schemas.openxmlformats.org/drawingml/2006/main">
            <a:off x="914400" y="6534150"/>
            <a:ext cx="10744200" cy="0"/>
          </a:xfrm>
          <a:prstGeom xmlns:a="http://schemas.openxmlformats.org/drawingml/2006/main" prst="line">
            <a:avLst/>
          </a:prstGeom>
          <a:noFill xmlns:a="http://schemas.openxmlformats.org/drawingml/2006/main"/>
          <a:ln xmlns:a="http://schemas.openxmlformats.org/drawingml/2006/main" w="9525">
            <a:solidFill>
              <a:srgbClr val="C9D2D8"/>
            </a:solidFill>
            <a:prstDash val="solid"/>
          </a:ln>
        </p:spPr>
      </p:sp>
      <p:sp>
        <p:nvSpPr>
          <p:cNvPr id="5" name="">
            <a:extLst xmlns:a="http://schemas.openxmlformats.org/drawingml/2006/main">
              <a:ext uri="{FF2B5EF4-FFF2-40B4-BE49-F238E27FC236}">
                <a16:creationId xmlns:a16="http://schemas.microsoft.com/office/drawing/2014/main" id="{FF9023F3-03E2-4228-A147-9942B82266AC}"/>
              </a:ext>
            </a:extLst>
          </p:cNvPr>
          <p:cNvSpPr>
            <a:spLocks xmlns:a="http://schemas.openxmlformats.org/drawingml/2006/main" noGrp="1"/>
          </p:cNvSpPr>
          <p:nvPr/>
        </p:nvSpPr>
        <p:spPr>
          <a:xfrm xmlns:a="http://schemas.openxmlformats.org/drawingml/2006/main">
            <a:off x="647700" y="167640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00" b="1">
                <a:solidFill>
                  <a:srgbClr val="F4B94F"/>
                </a:solidFill>
                <a:latin typeface="Cascadia Mono"/>
                <a:ea typeface="Cascadia Mono"/>
                <a:cs typeface="Cascadia Mono"/>
              </a:defRPr>
            </a:pPr>
            <a:r>
              <a:rPr sz="900" b="1">
                <a:solidFill>
                  <a:srgbClr val="F4B94F"/>
                </a:solidFill>
                <a:latin typeface="Cascadia Mono"/>
                <a:ea typeface="Cascadia Mono"/>
                <a:cs typeface="Cascadia Mono"/>
              </a:rPr>
              <a:t>04</a:t>
            </a:r>
          </a:p>
        </p:txBody>
      </p:sp>
      <p:sp>
        <p:nvSpPr>
          <p:cNvPr id="6" name="">
            <a:extLst xmlns:a="http://schemas.openxmlformats.org/drawingml/2006/main">
              <a:ext uri="{FF2B5EF4-FFF2-40B4-BE49-F238E27FC236}">
                <a16:creationId xmlns:a16="http://schemas.microsoft.com/office/drawing/2014/main" id="{506A90D6-3ECF-448E-98B3-929D83E2955D}"/>
              </a:ext>
            </a:extLst>
          </p:cNvPr>
          <p:cNvSpPr>
            <a:spLocks xmlns:a="http://schemas.openxmlformats.org/drawingml/2006/main" noGrp="1"/>
          </p:cNvSpPr>
          <p:nvPr/>
        </p:nvSpPr>
        <p:spPr>
          <a:xfrm xmlns:a="http://schemas.openxmlformats.org/drawingml/2006/main">
            <a:off x="647700" y="2019300"/>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2850" b="1">
                <a:solidFill>
                  <a:srgbClr val="091827"/>
                </a:solidFill>
                <a:latin typeface="Segoe UI"/>
                <a:ea typeface="Segoe UI"/>
                <a:cs typeface="Segoe UI"/>
              </a:defRPr>
            </a:pPr>
            <a:r>
              <a:rPr sz="2850" b="1">
                <a:solidFill>
                  <a:srgbClr val="091827"/>
                </a:solidFill>
                <a:latin typeface="Segoe UI"/>
                <a:ea typeface="Segoe UI"/>
                <a:cs typeface="Segoe UI"/>
              </a:rPr>
              <a:t>‏מסבירה</a:t>
            </a:r>
          </a:p>
        </p:txBody>
      </p:sp>
      <p:sp>
        <p:nvSpPr>
          <p:cNvPr id="7" name="">
            <a:extLst xmlns:a="http://schemas.openxmlformats.org/drawingml/2006/main">
              <a:ext uri="{FF2B5EF4-FFF2-40B4-BE49-F238E27FC236}">
                <a16:creationId xmlns:a16="http://schemas.microsoft.com/office/drawing/2014/main" id="{1DF77E6B-FAB5-426B-81B9-7C53EF3C7649}"/>
              </a:ext>
            </a:extLst>
          </p:cNvPr>
          <p:cNvSpPr>
            <a:spLocks xmlns:a="http://schemas.openxmlformats.org/drawingml/2006/main" noGrp="1"/>
          </p:cNvSpPr>
          <p:nvPr/>
        </p:nvSpPr>
        <p:spPr>
          <a:xfrm xmlns:a="http://schemas.openxmlformats.org/drawingml/2006/main">
            <a:off x="647700" y="2695575"/>
            <a:ext cx="2381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725" b="0">
                <a:solidFill>
                  <a:srgbClr val="5B6B78"/>
                </a:solidFill>
                <a:latin typeface="Segoe UI"/>
                <a:ea typeface="Segoe UI"/>
                <a:cs typeface="Segoe UI"/>
              </a:defRPr>
            </a:pPr>
            <a:r>
              <a:rPr sz="1725" b="0">
                <a:solidFill>
                  <a:srgbClr val="5B6B78"/>
                </a:solidFill>
                <a:latin typeface="Segoe UI"/>
                <a:ea typeface="Segoe UI"/>
                <a:cs typeface="Segoe UI"/>
              </a:rPr>
              <a:t>‏תרחיש החלטה</a:t>
            </a:r>
          </a:p>
          <a:p xmlns:a="http://schemas.openxmlformats.org/drawingml/2006/main">
            <a:pPr algn="r">
              <a:lnSpc>
                <a:spcPct val="100000"/>
              </a:lnSpc>
              <a:buNone/>
              <a:defRPr sz="1725" b="0">
                <a:solidFill>
                  <a:srgbClr val="5B6B78"/>
                </a:solidFill>
                <a:latin typeface="Segoe UI"/>
                <a:ea typeface="Segoe UI"/>
                <a:cs typeface="Segoe UI"/>
              </a:defRPr>
            </a:pPr>
            <a:r>
              <a:rPr sz="1725" b="0">
                <a:solidFill>
                  <a:srgbClr val="5B6B78"/>
                </a:solidFill>
                <a:latin typeface="Segoe UI"/>
                <a:ea typeface="Segoe UI"/>
                <a:cs typeface="Segoe UI"/>
              </a:rPr>
              <a:t>עם סיכון והקשר</a:t>
            </a:r>
          </a:p>
        </p:txBody>
      </p:sp>
      <p:sp>
        <p:nvSpPr>
          <p:cNvPr id="8" name="">
            <a:extLst xmlns:a="http://schemas.openxmlformats.org/drawingml/2006/main">
              <a:ext uri="{FF2B5EF4-FFF2-40B4-BE49-F238E27FC236}">
                <a16:creationId xmlns:a16="http://schemas.microsoft.com/office/drawing/2014/main" id="{66AF67A3-30A7-4F4F-BDDE-D1E00F1DCE93}"/>
              </a:ext>
            </a:extLst>
          </p:cNvPr>
          <p:cNvSpPr>
            <a:spLocks xmlns:a="http://schemas.openxmlformats.org/drawingml/2006/main" noGrp="1"/>
          </p:cNvSpPr>
          <p:nvPr/>
        </p:nvSpPr>
        <p:spPr>
          <a:xfrm xmlns:a="http://schemas.openxmlformats.org/drawingml/2006/main">
            <a:off x="647700" y="3581400"/>
            <a:ext cx="171450" cy="171450"/>
          </a:xfrm>
          <a:prstGeom xmlns:a="http://schemas.openxmlformats.org/drawingml/2006/main" prst="roundRect">
            <a:avLst>
              <a:gd name="adj" fmla="val 50000"/>
            </a:avLst>
          </a:prstGeom>
          <a:solidFill xmlns:a="http://schemas.openxmlformats.org/drawingml/2006/main">
            <a:srgbClr val="F4B94F"/>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AC6FA9E-94FC-4CAC-9434-D37CEFB2F499}"/>
              </a:ext>
            </a:extLst>
          </p:cNvPr>
          <p:cNvSpPr>
            <a:spLocks xmlns:a="http://schemas.openxmlformats.org/drawingml/2006/main" noGrp="1"/>
          </p:cNvSpPr>
          <p:nvPr/>
        </p:nvSpPr>
        <p:spPr>
          <a:xfrm xmlns:a="http://schemas.openxmlformats.org/drawingml/2006/main">
            <a:off x="819150" y="3667125"/>
            <a:ext cx="2638425" cy="0"/>
          </a:xfrm>
          <a:prstGeom xmlns:a="http://schemas.openxmlformats.org/drawingml/2006/main" prst="line">
            <a:avLst/>
          </a:prstGeom>
          <a:noFill xmlns:a="http://schemas.openxmlformats.org/drawingml/2006/main"/>
          <a:ln xmlns:a="http://schemas.openxmlformats.org/drawingml/2006/main" w="19050">
            <a:solidFill>
              <a:srgbClr val="C9D2D8"/>
            </a:solidFill>
            <a:prstDash val="solid"/>
          </a:ln>
        </p:spPr>
      </p:sp>
      <p:sp>
        <p:nvSpPr>
          <p:cNvPr id="10" name="">
            <a:extLst xmlns:a="http://schemas.openxmlformats.org/drawingml/2006/main">
              <a:ext uri="{FF2B5EF4-FFF2-40B4-BE49-F238E27FC236}">
                <a16:creationId xmlns:a16="http://schemas.microsoft.com/office/drawing/2014/main" id="{D83310A9-B6CA-43D0-A899-9BEC634F8ADD}"/>
              </a:ext>
            </a:extLst>
          </p:cNvPr>
          <p:cNvSpPr>
            <a:spLocks xmlns:a="http://schemas.openxmlformats.org/drawingml/2006/main" noGrp="1"/>
          </p:cNvSpPr>
          <p:nvPr/>
        </p:nvSpPr>
        <p:spPr>
          <a:xfrm xmlns:a="http://schemas.openxmlformats.org/drawingml/2006/main">
            <a:off x="3457575" y="167640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00" b="1">
                <a:solidFill>
                  <a:srgbClr val="5B91FF"/>
                </a:solidFill>
                <a:latin typeface="Cascadia Mono"/>
                <a:ea typeface="Cascadia Mono"/>
                <a:cs typeface="Cascadia Mono"/>
              </a:defRPr>
            </a:pPr>
            <a:r>
              <a:rPr sz="900" b="1">
                <a:solidFill>
                  <a:srgbClr val="5B91FF"/>
                </a:solidFill>
                <a:latin typeface="Cascadia Mono"/>
                <a:ea typeface="Cascadia Mono"/>
                <a:cs typeface="Cascadia Mono"/>
              </a:rPr>
              <a:t>03</a:t>
            </a:r>
          </a:p>
        </p:txBody>
      </p:sp>
      <p:sp>
        <p:nvSpPr>
          <p:cNvPr id="11" name="">
            <a:extLst xmlns:a="http://schemas.openxmlformats.org/drawingml/2006/main">
              <a:ext uri="{FF2B5EF4-FFF2-40B4-BE49-F238E27FC236}">
                <a16:creationId xmlns:a16="http://schemas.microsoft.com/office/drawing/2014/main" id="{0E147E2D-3474-4653-9E86-ECA9388EBE20}"/>
              </a:ext>
            </a:extLst>
          </p:cNvPr>
          <p:cNvSpPr>
            <a:spLocks xmlns:a="http://schemas.openxmlformats.org/drawingml/2006/main" noGrp="1"/>
          </p:cNvSpPr>
          <p:nvPr/>
        </p:nvSpPr>
        <p:spPr>
          <a:xfrm xmlns:a="http://schemas.openxmlformats.org/drawingml/2006/main">
            <a:off x="3457575" y="2019300"/>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2850" b="1">
                <a:solidFill>
                  <a:srgbClr val="091827"/>
                </a:solidFill>
                <a:latin typeface="Segoe UI"/>
                <a:ea typeface="Segoe UI"/>
                <a:cs typeface="Segoe UI"/>
              </a:defRPr>
            </a:pPr>
            <a:r>
              <a:rPr sz="2850" b="1">
                <a:solidFill>
                  <a:srgbClr val="091827"/>
                </a:solidFill>
                <a:latin typeface="Segoe UI"/>
                <a:ea typeface="Segoe UI"/>
                <a:cs typeface="Segoe UI"/>
              </a:rPr>
              <a:t>‏בודקת</a:t>
            </a:r>
          </a:p>
        </p:txBody>
      </p:sp>
      <p:sp>
        <p:nvSpPr>
          <p:cNvPr id="12" name="">
            <a:extLst xmlns:a="http://schemas.openxmlformats.org/drawingml/2006/main">
              <a:ext uri="{FF2B5EF4-FFF2-40B4-BE49-F238E27FC236}">
                <a16:creationId xmlns:a16="http://schemas.microsoft.com/office/drawing/2014/main" id="{428E1BC5-CE28-4BEA-907E-0E9A7BC48521}"/>
              </a:ext>
            </a:extLst>
          </p:cNvPr>
          <p:cNvSpPr>
            <a:spLocks xmlns:a="http://schemas.openxmlformats.org/drawingml/2006/main" noGrp="1"/>
          </p:cNvSpPr>
          <p:nvPr/>
        </p:nvSpPr>
        <p:spPr>
          <a:xfrm xmlns:a="http://schemas.openxmlformats.org/drawingml/2006/main">
            <a:off x="3457575" y="2695575"/>
            <a:ext cx="2381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725" b="0">
                <a:solidFill>
                  <a:srgbClr val="5B6B78"/>
                </a:solidFill>
                <a:latin typeface="Segoe UI"/>
                <a:ea typeface="Segoe UI"/>
                <a:cs typeface="Segoe UI"/>
              </a:defRPr>
            </a:pPr>
            <a:r>
              <a:rPr sz="1725" b="0">
                <a:solidFill>
                  <a:srgbClr val="5B6B78"/>
                </a:solidFill>
                <a:latin typeface="Segoe UI"/>
                <a:ea typeface="Segoe UI"/>
                <a:cs typeface="Segoe UI"/>
              </a:rPr>
              <a:t>‏איכות נתונים</a:t>
            </a:r>
          </a:p>
          <a:p xmlns:a="http://schemas.openxmlformats.org/drawingml/2006/main">
            <a:pPr algn="r">
              <a:lnSpc>
                <a:spcPct val="100000"/>
              </a:lnSpc>
              <a:buNone/>
              <a:defRPr sz="1725" b="0">
                <a:solidFill>
                  <a:srgbClr val="5B6B78"/>
                </a:solidFill>
                <a:latin typeface="Segoe UI"/>
                <a:ea typeface="Segoe UI"/>
                <a:cs typeface="Segoe UI"/>
              </a:defRPr>
            </a:pPr>
            <a:r>
              <a:rPr sz="1725" b="0">
                <a:solidFill>
                  <a:srgbClr val="5B6B78"/>
                </a:solidFill>
                <a:latin typeface="Segoe UI"/>
                <a:ea typeface="Segoe UI"/>
                <a:cs typeface="Segoe UI"/>
              </a:rPr>
              <a:t>והיסטוריה</a:t>
            </a:r>
          </a:p>
        </p:txBody>
      </p:sp>
      <p:sp>
        <p:nvSpPr>
          <p:cNvPr id="13" name="">
            <a:extLst xmlns:a="http://schemas.openxmlformats.org/drawingml/2006/main">
              <a:ext uri="{FF2B5EF4-FFF2-40B4-BE49-F238E27FC236}">
                <a16:creationId xmlns:a16="http://schemas.microsoft.com/office/drawing/2014/main" id="{E536E7DF-7F5F-4042-881B-5670C8FBAEC2}"/>
              </a:ext>
            </a:extLst>
          </p:cNvPr>
          <p:cNvSpPr>
            <a:spLocks xmlns:a="http://schemas.openxmlformats.org/drawingml/2006/main" noGrp="1"/>
          </p:cNvSpPr>
          <p:nvPr/>
        </p:nvSpPr>
        <p:spPr>
          <a:xfrm xmlns:a="http://schemas.openxmlformats.org/drawingml/2006/main">
            <a:off x="3457575" y="3581400"/>
            <a:ext cx="171450" cy="171450"/>
          </a:xfrm>
          <a:prstGeom xmlns:a="http://schemas.openxmlformats.org/drawingml/2006/main" prst="roundRect">
            <a:avLst>
              <a:gd name="adj" fmla="val 50000"/>
            </a:avLst>
          </a:prstGeom>
          <a:solidFill xmlns:a="http://schemas.openxmlformats.org/drawingml/2006/main">
            <a:srgbClr val="5B91F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C6F4B23-49C5-4023-A9A6-201C75F79702}"/>
              </a:ext>
            </a:extLst>
          </p:cNvPr>
          <p:cNvSpPr>
            <a:spLocks xmlns:a="http://schemas.openxmlformats.org/drawingml/2006/main" noGrp="1"/>
          </p:cNvSpPr>
          <p:nvPr/>
        </p:nvSpPr>
        <p:spPr>
          <a:xfrm xmlns:a="http://schemas.openxmlformats.org/drawingml/2006/main">
            <a:off x="3629025" y="3667125"/>
            <a:ext cx="2638425" cy="0"/>
          </a:xfrm>
          <a:prstGeom xmlns:a="http://schemas.openxmlformats.org/drawingml/2006/main" prst="line">
            <a:avLst/>
          </a:prstGeom>
          <a:noFill xmlns:a="http://schemas.openxmlformats.org/drawingml/2006/main"/>
          <a:ln xmlns:a="http://schemas.openxmlformats.org/drawingml/2006/main" w="19050">
            <a:solidFill>
              <a:srgbClr val="C9D2D8"/>
            </a:solidFill>
            <a:prstDash val="solid"/>
          </a:ln>
        </p:spPr>
      </p:sp>
      <p:sp>
        <p:nvSpPr>
          <p:cNvPr id="15" name="">
            <a:extLst xmlns:a="http://schemas.openxmlformats.org/drawingml/2006/main">
              <a:ext uri="{FF2B5EF4-FFF2-40B4-BE49-F238E27FC236}">
                <a16:creationId xmlns:a16="http://schemas.microsoft.com/office/drawing/2014/main" id="{F1F4D5ED-97F5-49F7-BE8B-149556D0AFC3}"/>
              </a:ext>
            </a:extLst>
          </p:cNvPr>
          <p:cNvSpPr>
            <a:spLocks xmlns:a="http://schemas.openxmlformats.org/drawingml/2006/main" noGrp="1"/>
          </p:cNvSpPr>
          <p:nvPr/>
        </p:nvSpPr>
        <p:spPr>
          <a:xfrm xmlns:a="http://schemas.openxmlformats.org/drawingml/2006/main">
            <a:off x="6267450" y="167640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00" b="1">
                <a:solidFill>
                  <a:srgbClr val="117C70"/>
                </a:solidFill>
                <a:latin typeface="Cascadia Mono"/>
                <a:ea typeface="Cascadia Mono"/>
                <a:cs typeface="Cascadia Mono"/>
              </a:defRPr>
            </a:pPr>
            <a:r>
              <a:rPr sz="900" b="1">
                <a:solidFill>
                  <a:srgbClr val="117C70"/>
                </a:solidFill>
                <a:latin typeface="Cascadia Mono"/>
                <a:ea typeface="Cascadia Mono"/>
                <a:cs typeface="Cascadia Mono"/>
              </a:rPr>
              <a:t>02</a:t>
            </a:r>
          </a:p>
        </p:txBody>
      </p:sp>
      <p:sp>
        <p:nvSpPr>
          <p:cNvPr id="16" name="">
            <a:extLst xmlns:a="http://schemas.openxmlformats.org/drawingml/2006/main">
              <a:ext uri="{FF2B5EF4-FFF2-40B4-BE49-F238E27FC236}">
                <a16:creationId xmlns:a16="http://schemas.microsoft.com/office/drawing/2014/main" id="{1865A86E-8132-4FF5-ADDA-EEEABF16F21D}"/>
              </a:ext>
            </a:extLst>
          </p:cNvPr>
          <p:cNvSpPr>
            <a:spLocks xmlns:a="http://schemas.openxmlformats.org/drawingml/2006/main" noGrp="1"/>
          </p:cNvSpPr>
          <p:nvPr/>
        </p:nvSpPr>
        <p:spPr>
          <a:xfrm xmlns:a="http://schemas.openxmlformats.org/drawingml/2006/main">
            <a:off x="6267450" y="2019300"/>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2850" b="1">
                <a:solidFill>
                  <a:srgbClr val="091827"/>
                </a:solidFill>
                <a:latin typeface="Segoe UI"/>
                <a:ea typeface="Segoe UI"/>
                <a:cs typeface="Segoe UI"/>
              </a:defRPr>
            </a:pPr>
            <a:r>
              <a:rPr sz="2850" b="1">
                <a:solidFill>
                  <a:srgbClr val="091827"/>
                </a:solidFill>
                <a:latin typeface="Segoe UI"/>
                <a:ea typeface="Segoe UI"/>
                <a:cs typeface="Segoe UI"/>
              </a:rPr>
              <a:t>‏מבינה</a:t>
            </a:r>
          </a:p>
        </p:txBody>
      </p:sp>
      <p:sp>
        <p:nvSpPr>
          <p:cNvPr id="17" name="">
            <a:extLst xmlns:a="http://schemas.openxmlformats.org/drawingml/2006/main">
              <a:ext uri="{FF2B5EF4-FFF2-40B4-BE49-F238E27FC236}">
                <a16:creationId xmlns:a16="http://schemas.microsoft.com/office/drawing/2014/main" id="{7C2278AC-88CC-4376-9930-37E841065817}"/>
              </a:ext>
            </a:extLst>
          </p:cNvPr>
          <p:cNvSpPr>
            <a:spLocks xmlns:a="http://schemas.openxmlformats.org/drawingml/2006/main" noGrp="1"/>
          </p:cNvSpPr>
          <p:nvPr/>
        </p:nvSpPr>
        <p:spPr>
          <a:xfrm xmlns:a="http://schemas.openxmlformats.org/drawingml/2006/main">
            <a:off x="6267450" y="2695575"/>
            <a:ext cx="2381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725" b="0">
                <a:solidFill>
                  <a:srgbClr val="5B6B78"/>
                </a:solidFill>
                <a:latin typeface="Segoe UI"/>
                <a:ea typeface="Segoe UI"/>
                <a:cs typeface="Segoe UI"/>
              </a:defRPr>
            </a:pPr>
            <a:r>
              <a:rPr sz="1725" b="0">
                <a:solidFill>
                  <a:srgbClr val="5B6B78"/>
                </a:solidFill>
                <a:latin typeface="Segoe UI"/>
                <a:ea typeface="Segoe UI"/>
                <a:cs typeface="Segoe UI"/>
              </a:rPr>
              <a:t>‏מגמה, תנודתיות</a:t>
            </a:r>
          </a:p>
          <a:p xmlns:a="http://schemas.openxmlformats.org/drawingml/2006/main">
            <a:pPr algn="r">
              <a:lnSpc>
                <a:spcPct val="100000"/>
              </a:lnSpc>
              <a:buNone/>
              <a:defRPr sz="1725" b="0">
                <a:solidFill>
                  <a:srgbClr val="5B6B78"/>
                </a:solidFill>
                <a:latin typeface="Segoe UI"/>
                <a:ea typeface="Segoe UI"/>
                <a:cs typeface="Segoe UI"/>
              </a:defRPr>
            </a:pPr>
            <a:r>
              <a:rPr sz="1725" b="0">
                <a:solidFill>
                  <a:srgbClr val="5B6B78"/>
                </a:solidFill>
                <a:latin typeface="Segoe UI"/>
                <a:ea typeface="Segoe UI"/>
                <a:cs typeface="Segoe UI"/>
              </a:rPr>
              <a:t>ודיווחי חברה</a:t>
            </a:r>
          </a:p>
        </p:txBody>
      </p:sp>
      <p:sp>
        <p:nvSpPr>
          <p:cNvPr id="18" name="">
            <a:extLst xmlns:a="http://schemas.openxmlformats.org/drawingml/2006/main">
              <a:ext uri="{FF2B5EF4-FFF2-40B4-BE49-F238E27FC236}">
                <a16:creationId xmlns:a16="http://schemas.microsoft.com/office/drawing/2014/main" id="{C0D060FD-E4DE-4140-961A-CDEEA794DAC1}"/>
              </a:ext>
            </a:extLst>
          </p:cNvPr>
          <p:cNvSpPr>
            <a:spLocks xmlns:a="http://schemas.openxmlformats.org/drawingml/2006/main" noGrp="1"/>
          </p:cNvSpPr>
          <p:nvPr/>
        </p:nvSpPr>
        <p:spPr>
          <a:xfrm xmlns:a="http://schemas.openxmlformats.org/drawingml/2006/main">
            <a:off x="6267450" y="3581400"/>
            <a:ext cx="171450" cy="171450"/>
          </a:xfrm>
          <a:prstGeom xmlns:a="http://schemas.openxmlformats.org/drawingml/2006/main" prst="roundRect">
            <a:avLst>
              <a:gd name="adj" fmla="val 50000"/>
            </a:avLst>
          </a:prstGeom>
          <a:solidFill xmlns:a="http://schemas.openxmlformats.org/drawingml/2006/main">
            <a:srgbClr val="117C7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787AF8E-CD47-4D4E-BFA7-70DC57503781}"/>
              </a:ext>
            </a:extLst>
          </p:cNvPr>
          <p:cNvSpPr>
            <a:spLocks xmlns:a="http://schemas.openxmlformats.org/drawingml/2006/main" noGrp="1"/>
          </p:cNvSpPr>
          <p:nvPr/>
        </p:nvSpPr>
        <p:spPr>
          <a:xfrm xmlns:a="http://schemas.openxmlformats.org/drawingml/2006/main">
            <a:off x="6438900" y="3667125"/>
            <a:ext cx="2638425" cy="0"/>
          </a:xfrm>
          <a:prstGeom xmlns:a="http://schemas.openxmlformats.org/drawingml/2006/main" prst="line">
            <a:avLst/>
          </a:prstGeom>
          <a:noFill xmlns:a="http://schemas.openxmlformats.org/drawingml/2006/main"/>
          <a:ln xmlns:a="http://schemas.openxmlformats.org/drawingml/2006/main" w="19050">
            <a:solidFill>
              <a:srgbClr val="C9D2D8"/>
            </a:solidFill>
            <a:prstDash val="solid"/>
          </a:ln>
        </p:spPr>
      </p:sp>
      <p:sp>
        <p:nvSpPr>
          <p:cNvPr id="20" name="">
            <a:extLst xmlns:a="http://schemas.openxmlformats.org/drawingml/2006/main">
              <a:ext uri="{FF2B5EF4-FFF2-40B4-BE49-F238E27FC236}">
                <a16:creationId xmlns:a16="http://schemas.microsoft.com/office/drawing/2014/main" id="{1E6A929F-FFAE-47EB-8509-685E3E0E9AB2}"/>
              </a:ext>
            </a:extLst>
          </p:cNvPr>
          <p:cNvSpPr>
            <a:spLocks xmlns:a="http://schemas.openxmlformats.org/drawingml/2006/main" noGrp="1"/>
          </p:cNvSpPr>
          <p:nvPr/>
        </p:nvSpPr>
        <p:spPr>
          <a:xfrm xmlns:a="http://schemas.openxmlformats.org/drawingml/2006/main">
            <a:off x="9077325" y="1676400"/>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00" b="1">
                <a:solidFill>
                  <a:srgbClr val="35D4B5"/>
                </a:solidFill>
                <a:latin typeface="Cascadia Mono"/>
                <a:ea typeface="Cascadia Mono"/>
                <a:cs typeface="Cascadia Mono"/>
              </a:defRPr>
            </a:pPr>
            <a:r>
              <a:rPr sz="900" b="1">
                <a:solidFill>
                  <a:srgbClr val="35D4B5"/>
                </a:solidFill>
                <a:latin typeface="Cascadia Mono"/>
                <a:ea typeface="Cascadia Mono"/>
                <a:cs typeface="Cascadia Mono"/>
              </a:rPr>
              <a:t>01</a:t>
            </a:r>
          </a:p>
        </p:txBody>
      </p:sp>
      <p:sp>
        <p:nvSpPr>
          <p:cNvPr id="21" name="">
            <a:extLst xmlns:a="http://schemas.openxmlformats.org/drawingml/2006/main">
              <a:ext uri="{FF2B5EF4-FFF2-40B4-BE49-F238E27FC236}">
                <a16:creationId xmlns:a16="http://schemas.microsoft.com/office/drawing/2014/main" id="{281C0B54-C919-4BE2-9207-BBF3BAEAF33F}"/>
              </a:ext>
            </a:extLst>
          </p:cNvPr>
          <p:cNvSpPr>
            <a:spLocks xmlns:a="http://schemas.openxmlformats.org/drawingml/2006/main" noGrp="1"/>
          </p:cNvSpPr>
          <p:nvPr/>
        </p:nvSpPr>
        <p:spPr>
          <a:xfrm xmlns:a="http://schemas.openxmlformats.org/drawingml/2006/main">
            <a:off x="9077325" y="2019300"/>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2850" b="1">
                <a:solidFill>
                  <a:srgbClr val="091827"/>
                </a:solidFill>
                <a:latin typeface="Segoe UI"/>
                <a:ea typeface="Segoe UI"/>
                <a:cs typeface="Segoe UI"/>
              </a:defRPr>
            </a:pPr>
            <a:r>
              <a:rPr sz="2850" b="1">
                <a:solidFill>
                  <a:srgbClr val="091827"/>
                </a:solidFill>
                <a:latin typeface="Segoe UI"/>
                <a:ea typeface="Segoe UI"/>
                <a:cs typeface="Segoe UI"/>
              </a:rPr>
              <a:t>‏אוספת</a:t>
            </a:r>
          </a:p>
        </p:txBody>
      </p:sp>
      <p:sp>
        <p:nvSpPr>
          <p:cNvPr id="22" name="">
            <a:extLst xmlns:a="http://schemas.openxmlformats.org/drawingml/2006/main">
              <a:ext uri="{FF2B5EF4-FFF2-40B4-BE49-F238E27FC236}">
                <a16:creationId xmlns:a16="http://schemas.microsoft.com/office/drawing/2014/main" id="{F51C0E2B-7AF1-4784-86AE-65C64C893C40}"/>
              </a:ext>
            </a:extLst>
          </p:cNvPr>
          <p:cNvSpPr>
            <a:spLocks xmlns:a="http://schemas.openxmlformats.org/drawingml/2006/main" noGrp="1"/>
          </p:cNvSpPr>
          <p:nvPr/>
        </p:nvSpPr>
        <p:spPr>
          <a:xfrm xmlns:a="http://schemas.openxmlformats.org/drawingml/2006/main">
            <a:off x="9077325" y="2695575"/>
            <a:ext cx="2381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725" b="0">
                <a:solidFill>
                  <a:srgbClr val="5B6B78"/>
                </a:solidFill>
                <a:latin typeface="Segoe UI"/>
                <a:ea typeface="Segoe UI"/>
                <a:cs typeface="Segoe UI"/>
              </a:defRPr>
            </a:pPr>
            <a:r>
              <a:rPr sz="1725" b="0">
                <a:solidFill>
                  <a:srgbClr val="5B6B78"/>
                </a:solidFill>
                <a:latin typeface="Segoe UI"/>
                <a:ea typeface="Segoe UI"/>
                <a:cs typeface="Segoe UI"/>
              </a:rPr>
              <a:t>‏שוק חי ומידע</a:t>
            </a:r>
          </a:p>
          <a:p xmlns:a="http://schemas.openxmlformats.org/drawingml/2006/main">
            <a:pPr algn="r">
              <a:lnSpc>
                <a:spcPct val="100000"/>
              </a:lnSpc>
              <a:buNone/>
              <a:defRPr sz="1725" b="0">
                <a:solidFill>
                  <a:srgbClr val="5B6B78"/>
                </a:solidFill>
                <a:latin typeface="Segoe UI"/>
                <a:ea typeface="Segoe UI"/>
                <a:cs typeface="Segoe UI"/>
              </a:defRPr>
            </a:pPr>
            <a:r>
              <a:rPr sz="1725" b="0">
                <a:solidFill>
                  <a:srgbClr val="5B6B78"/>
                </a:solidFill>
                <a:latin typeface="Segoe UI"/>
                <a:ea typeface="Segoe UI"/>
                <a:cs typeface="Segoe UI"/>
              </a:rPr>
              <a:t>רשמי</a:t>
            </a:r>
          </a:p>
        </p:txBody>
      </p:sp>
      <p:sp>
        <p:nvSpPr>
          <p:cNvPr id="23" name="">
            <a:extLst xmlns:a="http://schemas.openxmlformats.org/drawingml/2006/main">
              <a:ext uri="{FF2B5EF4-FFF2-40B4-BE49-F238E27FC236}">
                <a16:creationId xmlns:a16="http://schemas.microsoft.com/office/drawing/2014/main" id="{3D7AEB84-EDB4-42A5-A530-35CC1BB0582A}"/>
              </a:ext>
            </a:extLst>
          </p:cNvPr>
          <p:cNvSpPr>
            <a:spLocks xmlns:a="http://schemas.openxmlformats.org/drawingml/2006/main" noGrp="1"/>
          </p:cNvSpPr>
          <p:nvPr/>
        </p:nvSpPr>
        <p:spPr>
          <a:xfrm xmlns:a="http://schemas.openxmlformats.org/drawingml/2006/main">
            <a:off x="9077325" y="3581400"/>
            <a:ext cx="171450" cy="171450"/>
          </a:xfrm>
          <a:prstGeom xmlns:a="http://schemas.openxmlformats.org/drawingml/2006/main" prst="roundRect">
            <a:avLst>
              <a:gd name="adj" fmla="val 50000"/>
            </a:avLst>
          </a:prstGeom>
          <a:solidFill xmlns:a="http://schemas.openxmlformats.org/drawingml/2006/main">
            <a:srgbClr val="35D4B5"/>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6DAA8D1B-E527-4CD2-A968-03894C99DE8B}"/>
              </a:ext>
            </a:extLst>
          </p:cNvPr>
          <p:cNvSpPr>
            <a:spLocks xmlns:a="http://schemas.openxmlformats.org/drawingml/2006/main" noGrp="1"/>
          </p:cNvSpPr>
          <p:nvPr/>
        </p:nvSpPr>
        <p:spPr>
          <a:xfrm xmlns:a="http://schemas.openxmlformats.org/drawingml/2006/main">
            <a:off x="2266950" y="4381500"/>
            <a:ext cx="93154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95000"/>
              </a:lnSpc>
              <a:buNone/>
              <a:defRPr sz="2550" b="1">
                <a:solidFill>
                  <a:srgbClr val="091827"/>
                </a:solidFill>
                <a:latin typeface="Segoe UI"/>
                <a:ea typeface="Segoe UI"/>
                <a:cs typeface="Segoe UI"/>
              </a:defRPr>
            </a:pPr>
            <a:r>
              <a:rPr sz="2550" b="1">
                <a:solidFill>
                  <a:srgbClr val="091827"/>
                </a:solidFill>
                <a:latin typeface="Segoe UI"/>
                <a:ea typeface="Segoe UI"/>
                <a:cs typeface="Segoe UI"/>
              </a:rPr>
              <a:t>‏התוצאה: סביבת מחקר אחת שמראה גם את המספר, גם את רמת האמון בו וגם את הדרך שבה נוצר.</a:t>
            </a:r>
          </a:p>
        </p:txBody>
      </p:sp>
      <p:sp>
        <p:nvSpPr>
          <p:cNvPr id="25" name="">
            <a:extLst xmlns:a="http://schemas.openxmlformats.org/drawingml/2006/main">
              <a:ext uri="{FF2B5EF4-FFF2-40B4-BE49-F238E27FC236}">
                <a16:creationId xmlns:a16="http://schemas.microsoft.com/office/drawing/2014/main" id="{9BF61FD1-31BA-4078-ACFF-F0ED5A906288}"/>
              </a:ext>
            </a:extLst>
          </p:cNvPr>
          <p:cNvSpPr>
            <a:spLocks xmlns:a="http://schemas.openxmlformats.org/drawingml/2006/main" noGrp="1"/>
          </p:cNvSpPr>
          <p:nvPr/>
        </p:nvSpPr>
        <p:spPr>
          <a:xfrm xmlns:a="http://schemas.openxmlformats.org/drawingml/2006/main">
            <a:off x="4953000" y="5486400"/>
            <a:ext cx="662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6937"/>
          </a:bodyPr>
          <a:lstStyle xmlns:a="http://schemas.openxmlformats.org/drawingml/2006/main"/>
          <a:p xmlns:a="http://schemas.openxmlformats.org/drawingml/2006/main">
            <a:pPr algn="r">
              <a:lnSpc>
                <a:spcPct val="100000"/>
              </a:lnSpc>
              <a:buNone/>
              <a:defRPr sz="1500" b="0">
                <a:solidFill>
                  <a:srgbClr val="EF7484"/>
                </a:solidFill>
                <a:latin typeface="Segoe UI"/>
                <a:ea typeface="Segoe UI"/>
                <a:cs typeface="Segoe UI"/>
              </a:defRPr>
            </a:pPr>
            <a:r>
              <a:rPr sz="1500" b="0">
                <a:solidFill>
                  <a:srgbClr val="EF7484"/>
                </a:solidFill>
                <a:latin typeface="Segoe UI"/>
                <a:ea typeface="Segoe UI"/>
                <a:cs typeface="Segoe UI"/>
              </a:rPr>
              <a:t>‏המערכת מספקת ⁦Decision Support⁩ בלבד. ההחלטה והביצוע נשארים בידי המשתמש.</a:t>
            </a:r>
          </a:p>
        </p:txBody>
      </p:sp>
    </p:spTree>
    <p:extLst>
      <p:ext uri="{BB962C8B-B14F-4D97-AF65-F5344CB8AC3E}">
        <p14:creationId xmlns:p14="http://schemas.microsoft.com/office/powerpoint/2010/main" val="1311050716"/>
      </p:ext>
    </p:extLst>
  </p:cSld>
</p:sld>
</file>

<file path=ppt/slides/slide4.xml><?xml version="1.0" encoding="utf-8"?>
<p:sld xmlns:p="http://schemas.openxmlformats.org/presentationml/2006/main">
  <p:cSld>
    <p:bg>
      <p:bgPr>
        <a:solidFill xmlns:a="http://schemas.openxmlformats.org/drawingml/2006/main">
          <a:srgbClr val="091827"/>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F336A087-E8F3-48E5-811D-1D23156164DA}"/>
              </a:ext>
            </a:extLst>
          </p:cNvPr>
          <p:cNvSpPr>
            <a:spLocks xmlns:a="http://schemas.openxmlformats.org/drawingml/2006/main" noGrp="1"/>
          </p:cNvSpPr>
          <p:nvPr/>
        </p:nvSpPr>
        <p:spPr>
          <a:xfrm xmlns:a="http://schemas.openxmlformats.org/drawingml/2006/main">
            <a:off x="609600" y="361950"/>
            <a:ext cx="400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75" b="1">
                <a:solidFill>
                  <a:srgbClr val="35D4B5"/>
                </a:solidFill>
                <a:latin typeface="Cascadia Mono"/>
                <a:ea typeface="Cascadia Mono"/>
                <a:cs typeface="Cascadia Mono"/>
              </a:defRPr>
            </a:pPr>
            <a:r>
              <a:rPr sz="975" b="1">
                <a:solidFill>
                  <a:srgbClr val="35D4B5"/>
                </a:solidFill>
                <a:latin typeface="Cascadia Mono"/>
                <a:ea typeface="Cascadia Mono"/>
                <a:cs typeface="Cascadia Mono"/>
              </a:rPr>
              <a:t>SYSTEM ARCHITECTURE</a:t>
            </a:r>
          </a:p>
        </p:txBody>
      </p:sp>
      <p:sp>
        <p:nvSpPr>
          <p:cNvPr id="2" name="">
            <a:extLst xmlns:a="http://schemas.openxmlformats.org/drawingml/2006/main">
              <a:ext uri="{FF2B5EF4-FFF2-40B4-BE49-F238E27FC236}">
                <a16:creationId xmlns:a16="http://schemas.microsoft.com/office/drawing/2014/main" id="{F74AC59F-C88F-44C7-B103-3CCE636536C2}"/>
              </a:ext>
            </a:extLst>
          </p:cNvPr>
          <p:cNvSpPr>
            <a:spLocks xmlns:a="http://schemas.openxmlformats.org/drawingml/2006/main" noGrp="1"/>
          </p:cNvSpPr>
          <p:nvPr/>
        </p:nvSpPr>
        <p:spPr>
          <a:xfrm xmlns:a="http://schemas.openxmlformats.org/drawingml/2006/main">
            <a:off x="5810250" y="361950"/>
            <a:ext cx="5772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3000" b="1">
                <a:solidFill>
                  <a:srgbClr val="F8FBFF"/>
                </a:solidFill>
                <a:latin typeface="Segoe UI"/>
                <a:ea typeface="Segoe UI"/>
                <a:cs typeface="Segoe UI"/>
              </a:defRPr>
            </a:pPr>
            <a:r>
              <a:rPr sz="3000" b="1">
                <a:solidFill>
                  <a:srgbClr val="F8FBFF"/>
                </a:solidFill>
                <a:latin typeface="Segoe UI"/>
                <a:ea typeface="Segoe UI"/>
                <a:cs typeface="Segoe UI"/>
              </a:rPr>
              <a:t>‏הארכיטקטורה מקצה לקצה</a:t>
            </a:r>
          </a:p>
        </p:txBody>
      </p:sp>
      <p:sp>
        <p:nvSpPr>
          <p:cNvPr id="3" name="">
            <a:extLst xmlns:a="http://schemas.openxmlformats.org/drawingml/2006/main">
              <a:ext uri="{FF2B5EF4-FFF2-40B4-BE49-F238E27FC236}">
                <a16:creationId xmlns:a16="http://schemas.microsoft.com/office/drawing/2014/main" id="{23DC09A9-627E-4574-8899-4C81E6AB8C94}"/>
              </a:ext>
            </a:extLst>
          </p:cNvPr>
          <p:cNvSpPr>
            <a:spLocks xmlns:a="http://schemas.openxmlformats.org/drawingml/2006/main" noGrp="1"/>
          </p:cNvSpPr>
          <p:nvPr/>
        </p:nvSpPr>
        <p:spPr>
          <a:xfrm xmlns:a="http://schemas.openxmlformats.org/drawingml/2006/main">
            <a:off x="495300" y="6438900"/>
            <a:ext cx="3429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25" b="1">
                <a:solidFill>
                  <a:srgbClr val="9AB1C5"/>
                </a:solidFill>
                <a:latin typeface="Cascadia Mono"/>
                <a:ea typeface="Cascadia Mono"/>
                <a:cs typeface="Cascadia Mono"/>
              </a:defRPr>
            </a:pPr>
            <a:r>
              <a:rPr sz="825" b="1">
                <a:solidFill>
                  <a:srgbClr val="9AB1C5"/>
                </a:solidFill>
                <a:latin typeface="Cascadia Mono"/>
                <a:ea typeface="Cascadia Mono"/>
                <a:cs typeface="Cascadia Mono"/>
              </a:rPr>
              <a:t>04</a:t>
            </a:r>
          </a:p>
        </p:txBody>
      </p:sp>
      <p:sp>
        <p:nvSpPr>
          <p:cNvPr id="4" name="">
            <a:extLst xmlns:a="http://schemas.openxmlformats.org/drawingml/2006/main">
              <a:ext uri="{FF2B5EF4-FFF2-40B4-BE49-F238E27FC236}">
                <a16:creationId xmlns:a16="http://schemas.microsoft.com/office/drawing/2014/main" id="{C7B21CAA-33AF-4205-8613-E85158B5B0D7}"/>
              </a:ext>
            </a:extLst>
          </p:cNvPr>
          <p:cNvSpPr>
            <a:spLocks xmlns:a="http://schemas.openxmlformats.org/drawingml/2006/main" noGrp="1"/>
          </p:cNvSpPr>
          <p:nvPr/>
        </p:nvSpPr>
        <p:spPr>
          <a:xfrm xmlns:a="http://schemas.openxmlformats.org/drawingml/2006/main">
            <a:off x="914400" y="6534150"/>
            <a:ext cx="10744200" cy="0"/>
          </a:xfrm>
          <a:prstGeom xmlns:a="http://schemas.openxmlformats.org/drawingml/2006/main" prst="line">
            <a:avLst/>
          </a:prstGeom>
          <a:noFill xmlns:a="http://schemas.openxmlformats.org/drawingml/2006/main"/>
          <a:ln xmlns:a="http://schemas.openxmlformats.org/drawingml/2006/main" w="9525">
            <a:solidFill>
              <a:srgbClr val="294157"/>
            </a:solidFill>
            <a:prstDash val="solid"/>
          </a:ln>
        </p:spPr>
      </p:sp>
      <p:sp>
        <p:nvSpPr>
          <p:cNvPr id="5" name="">
            <a:extLst xmlns:a="http://schemas.openxmlformats.org/drawingml/2006/main">
              <a:ext uri="{FF2B5EF4-FFF2-40B4-BE49-F238E27FC236}">
                <a16:creationId xmlns:a16="http://schemas.microsoft.com/office/drawing/2014/main" id="{D7616633-3A28-45DE-B571-E1A83C2CBFD4}"/>
              </a:ext>
            </a:extLst>
          </p:cNvPr>
          <p:cNvSpPr>
            <a:spLocks xmlns:a="http://schemas.openxmlformats.org/drawingml/2006/main" noGrp="1"/>
          </p:cNvSpPr>
          <p:nvPr/>
        </p:nvSpPr>
        <p:spPr>
          <a:xfrm xmlns:a="http://schemas.openxmlformats.org/drawingml/2006/main">
            <a:off x="7086600" y="1009650"/>
            <a:ext cx="4495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9407"/>
          </a:bodyPr>
          <a:lstStyle xmlns:a="http://schemas.openxmlformats.org/drawingml/2006/main"/>
          <a:p xmlns:a="http://schemas.openxmlformats.org/drawingml/2006/main">
            <a:pPr algn="r">
              <a:lnSpc>
                <a:spcPct val="100000"/>
              </a:lnSpc>
              <a:buNone/>
              <a:defRPr sz="1575" b="0">
                <a:solidFill>
                  <a:srgbClr val="9AB1C5"/>
                </a:solidFill>
                <a:latin typeface="Segoe UI"/>
                <a:ea typeface="Segoe UI"/>
                <a:cs typeface="Segoe UI"/>
              </a:defRPr>
            </a:pPr>
            <a:r>
              <a:rPr sz="1575" b="0">
                <a:solidFill>
                  <a:srgbClr val="9AB1C5"/>
                </a:solidFill>
                <a:latin typeface="Segoe UI"/>
                <a:ea typeface="Segoe UI"/>
                <a:cs typeface="Segoe UI"/>
              </a:rPr>
              <a:t>‏הזרימה מוצגת מימין לשמאל, מן המקור אל המשתמש</a:t>
            </a:r>
          </a:p>
        </p:txBody>
      </p:sp>
      <p:sp>
        <p:nvSpPr>
          <p:cNvPr id="6" name="">
            <a:extLst xmlns:a="http://schemas.openxmlformats.org/drawingml/2006/main">
              <a:ext uri="{FF2B5EF4-FFF2-40B4-BE49-F238E27FC236}">
                <a16:creationId xmlns:a16="http://schemas.microsoft.com/office/drawing/2014/main" id="{7E1AADB2-B028-4AED-8D56-965BAE9DF9CD}"/>
              </a:ext>
            </a:extLst>
          </p:cNvPr>
          <p:cNvSpPr>
            <a:spLocks xmlns:a="http://schemas.openxmlformats.org/drawingml/2006/main" noGrp="1"/>
          </p:cNvSpPr>
          <p:nvPr/>
        </p:nvSpPr>
        <p:spPr>
          <a:xfrm xmlns:a="http://schemas.openxmlformats.org/drawingml/2006/main">
            <a:off x="9953625" y="2266950"/>
            <a:ext cx="1476375" cy="838200"/>
          </a:xfrm>
          <a:prstGeom xmlns:a="http://schemas.openxmlformats.org/drawingml/2006/main" prst="roundRect">
            <a:avLst>
              <a:gd name="adj" fmla="val 13636"/>
            </a:avLst>
          </a:prstGeom>
          <a:solidFill xmlns:a="http://schemas.openxmlformats.org/drawingml/2006/main">
            <a:srgbClr val="10283C"/>
          </a:solidFill>
          <a:ln xmlns:a="http://schemas.openxmlformats.org/drawingml/2006/main" w="14288">
            <a:solidFill>
              <a:srgbClr val="35D4B5"/>
            </a:solidFill>
            <a:prstDash val="solid"/>
          </a:ln>
        </p:spPr>
      </p:sp>
      <p:sp>
        <p:nvSpPr>
          <p:cNvPr id="7" name="">
            <a:extLst xmlns:a="http://schemas.openxmlformats.org/drawingml/2006/main">
              <a:ext uri="{FF2B5EF4-FFF2-40B4-BE49-F238E27FC236}">
                <a16:creationId xmlns:a16="http://schemas.microsoft.com/office/drawing/2014/main" id="{3F28F308-99E8-4281-9390-987A0291BB9B}"/>
              </a:ext>
            </a:extLst>
          </p:cNvPr>
          <p:cNvSpPr>
            <a:spLocks xmlns:a="http://schemas.openxmlformats.org/drawingml/2006/main" noGrp="1"/>
          </p:cNvSpPr>
          <p:nvPr/>
        </p:nvSpPr>
        <p:spPr>
          <a:xfrm xmlns:a="http://schemas.openxmlformats.org/drawingml/2006/main">
            <a:off x="10048875" y="2428875"/>
            <a:ext cx="1285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425" b="1">
                <a:solidFill>
                  <a:srgbClr val="F8FBFF"/>
                </a:solidFill>
                <a:latin typeface="Cascadia Mono"/>
                <a:ea typeface="Cascadia Mono"/>
                <a:cs typeface="Cascadia Mono"/>
              </a:defRPr>
            </a:pPr>
            <a:r>
              <a:rPr sz="1425" b="1">
                <a:solidFill>
                  <a:srgbClr val="F8FBFF"/>
                </a:solidFill>
                <a:latin typeface="Cascadia Mono"/>
                <a:ea typeface="Cascadia Mono"/>
                <a:cs typeface="Cascadia Mono"/>
              </a:rPr>
              <a:t>Alpaca + SEC</a:t>
            </a:r>
          </a:p>
        </p:txBody>
      </p:sp>
      <p:sp>
        <p:nvSpPr>
          <p:cNvPr id="8" name="">
            <a:extLst xmlns:a="http://schemas.openxmlformats.org/drawingml/2006/main">
              <a:ext uri="{FF2B5EF4-FFF2-40B4-BE49-F238E27FC236}">
                <a16:creationId xmlns:a16="http://schemas.microsoft.com/office/drawing/2014/main" id="{14FC961B-7708-4B39-91CB-E3D0B4C9C84F}"/>
              </a:ext>
            </a:extLst>
          </p:cNvPr>
          <p:cNvSpPr>
            <a:spLocks xmlns:a="http://schemas.openxmlformats.org/drawingml/2006/main" noGrp="1"/>
          </p:cNvSpPr>
          <p:nvPr/>
        </p:nvSpPr>
        <p:spPr>
          <a:xfrm xmlns:a="http://schemas.openxmlformats.org/drawingml/2006/main">
            <a:off x="10029825" y="2743200"/>
            <a:ext cx="13239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a:solidFill>
                  <a:srgbClr val="9AB1C5"/>
                </a:solidFill>
                <a:latin typeface="Segoe UI"/>
                <a:ea typeface="Segoe UI"/>
                <a:cs typeface="Segoe UI"/>
              </a:defRPr>
            </a:pPr>
            <a:r>
              <a:rPr sz="1125" b="0">
                <a:solidFill>
                  <a:srgbClr val="9AB1C5"/>
                </a:solidFill>
                <a:latin typeface="Segoe UI"/>
                <a:ea typeface="Segoe UI"/>
                <a:cs typeface="Segoe UI"/>
              </a:rPr>
              <a:t>‏מקורות</a:t>
            </a:r>
          </a:p>
        </p:txBody>
      </p:sp>
      <p:sp>
        <p:nvSpPr>
          <p:cNvPr id="9" name="">
            <a:extLst xmlns:a="http://schemas.openxmlformats.org/drawingml/2006/main">
              <a:ext uri="{FF2B5EF4-FFF2-40B4-BE49-F238E27FC236}">
                <a16:creationId xmlns:a16="http://schemas.microsoft.com/office/drawing/2014/main" id="{20EB9F9A-7EDA-4AED-9610-9A82C1B0C815}"/>
              </a:ext>
            </a:extLst>
          </p:cNvPr>
          <p:cNvSpPr>
            <a:spLocks xmlns:a="http://schemas.openxmlformats.org/drawingml/2006/main" noGrp="1"/>
          </p:cNvSpPr>
          <p:nvPr/>
        </p:nvSpPr>
        <p:spPr>
          <a:xfrm xmlns:a="http://schemas.openxmlformats.org/drawingml/2006/main">
            <a:off x="8096250" y="2266950"/>
            <a:ext cx="1428750" cy="838200"/>
          </a:xfrm>
          <a:prstGeom xmlns:a="http://schemas.openxmlformats.org/drawingml/2006/main" prst="roundRect">
            <a:avLst>
              <a:gd name="adj" fmla="val 13636"/>
            </a:avLst>
          </a:prstGeom>
          <a:solidFill xmlns:a="http://schemas.openxmlformats.org/drawingml/2006/main">
            <a:srgbClr val="10283C"/>
          </a:solidFill>
          <a:ln xmlns:a="http://schemas.openxmlformats.org/drawingml/2006/main" w="14288">
            <a:solidFill>
              <a:srgbClr val="35D4B5"/>
            </a:solidFill>
            <a:prstDash val="solid"/>
          </a:ln>
        </p:spPr>
      </p:sp>
      <p:sp>
        <p:nvSpPr>
          <p:cNvPr id="10" name="">
            <a:extLst xmlns:a="http://schemas.openxmlformats.org/drawingml/2006/main">
              <a:ext uri="{FF2B5EF4-FFF2-40B4-BE49-F238E27FC236}">
                <a16:creationId xmlns:a16="http://schemas.microsoft.com/office/drawing/2014/main" id="{84B797D9-ED0C-45FE-8A95-B9598618E89F}"/>
              </a:ext>
            </a:extLst>
          </p:cNvPr>
          <p:cNvSpPr>
            <a:spLocks xmlns:a="http://schemas.openxmlformats.org/drawingml/2006/main" noGrp="1"/>
          </p:cNvSpPr>
          <p:nvPr/>
        </p:nvSpPr>
        <p:spPr>
          <a:xfrm xmlns:a="http://schemas.openxmlformats.org/drawingml/2006/main">
            <a:off x="8191500" y="2428875"/>
            <a:ext cx="123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425" b="1">
                <a:solidFill>
                  <a:srgbClr val="F8FBFF"/>
                </a:solidFill>
                <a:latin typeface="Cascadia Mono"/>
                <a:ea typeface="Cascadia Mono"/>
                <a:cs typeface="Cascadia Mono"/>
              </a:defRPr>
            </a:pPr>
            <a:r>
              <a:rPr sz="1425" b="1">
                <a:solidFill>
                  <a:srgbClr val="F8FBFF"/>
                </a:solidFill>
                <a:latin typeface="Cascadia Mono"/>
                <a:ea typeface="Cascadia Mono"/>
                <a:cs typeface="Cascadia Mono"/>
              </a:rPr>
              <a:t>Python</a:t>
            </a:r>
          </a:p>
        </p:txBody>
      </p:sp>
      <p:sp>
        <p:nvSpPr>
          <p:cNvPr id="11" name="">
            <a:extLst xmlns:a="http://schemas.openxmlformats.org/drawingml/2006/main">
              <a:ext uri="{FF2B5EF4-FFF2-40B4-BE49-F238E27FC236}">
                <a16:creationId xmlns:a16="http://schemas.microsoft.com/office/drawing/2014/main" id="{23325A54-46E8-49E6-88F9-F9B8C36D3ACD}"/>
              </a:ext>
            </a:extLst>
          </p:cNvPr>
          <p:cNvSpPr>
            <a:spLocks xmlns:a="http://schemas.openxmlformats.org/drawingml/2006/main" noGrp="1"/>
          </p:cNvSpPr>
          <p:nvPr/>
        </p:nvSpPr>
        <p:spPr>
          <a:xfrm xmlns:a="http://schemas.openxmlformats.org/drawingml/2006/main">
            <a:off x="8172450" y="2743200"/>
            <a:ext cx="1276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a:solidFill>
                  <a:srgbClr val="9AB1C5"/>
                </a:solidFill>
                <a:latin typeface="Segoe UI"/>
                <a:ea typeface="Segoe UI"/>
                <a:cs typeface="Segoe UI"/>
              </a:defRPr>
            </a:pPr>
            <a:r>
              <a:rPr sz="1125" b="0">
                <a:solidFill>
                  <a:srgbClr val="9AB1C5"/>
                </a:solidFill>
                <a:latin typeface="Segoe UI"/>
                <a:ea typeface="Segoe UI"/>
                <a:cs typeface="Segoe UI"/>
              </a:rPr>
              <a:t>‏קליטה וחוזה</a:t>
            </a:r>
          </a:p>
        </p:txBody>
      </p:sp>
      <p:sp>
        <p:nvSpPr>
          <p:cNvPr id="12" name="">
            <a:extLst xmlns:a="http://schemas.openxmlformats.org/drawingml/2006/main">
              <a:ext uri="{FF2B5EF4-FFF2-40B4-BE49-F238E27FC236}">
                <a16:creationId xmlns:a16="http://schemas.microsoft.com/office/drawing/2014/main" id="{7C440903-DC59-4D4B-A3C1-2DAED1731727}"/>
              </a:ext>
            </a:extLst>
          </p:cNvPr>
          <p:cNvSpPr>
            <a:spLocks xmlns:a="http://schemas.openxmlformats.org/drawingml/2006/main" noGrp="1"/>
          </p:cNvSpPr>
          <p:nvPr/>
        </p:nvSpPr>
        <p:spPr>
          <a:xfrm xmlns:a="http://schemas.openxmlformats.org/drawingml/2006/main">
            <a:off x="6238875" y="2266950"/>
            <a:ext cx="1428750" cy="838200"/>
          </a:xfrm>
          <a:prstGeom xmlns:a="http://schemas.openxmlformats.org/drawingml/2006/main" prst="roundRect">
            <a:avLst>
              <a:gd name="adj" fmla="val 13636"/>
            </a:avLst>
          </a:prstGeom>
          <a:solidFill xmlns:a="http://schemas.openxmlformats.org/drawingml/2006/main">
            <a:srgbClr val="10283C"/>
          </a:solidFill>
          <a:ln xmlns:a="http://schemas.openxmlformats.org/drawingml/2006/main" w="14288">
            <a:solidFill>
              <a:srgbClr val="5B91FF"/>
            </a:solidFill>
            <a:prstDash val="solid"/>
          </a:ln>
        </p:spPr>
      </p:sp>
      <p:sp>
        <p:nvSpPr>
          <p:cNvPr id="13" name="">
            <a:extLst xmlns:a="http://schemas.openxmlformats.org/drawingml/2006/main">
              <a:ext uri="{FF2B5EF4-FFF2-40B4-BE49-F238E27FC236}">
                <a16:creationId xmlns:a16="http://schemas.microsoft.com/office/drawing/2014/main" id="{66149A19-283B-43B0-9D8F-7713F190359F}"/>
              </a:ext>
            </a:extLst>
          </p:cNvPr>
          <p:cNvSpPr>
            <a:spLocks xmlns:a="http://schemas.openxmlformats.org/drawingml/2006/main" noGrp="1"/>
          </p:cNvSpPr>
          <p:nvPr/>
        </p:nvSpPr>
        <p:spPr>
          <a:xfrm xmlns:a="http://schemas.openxmlformats.org/drawingml/2006/main">
            <a:off x="6334125" y="2428875"/>
            <a:ext cx="123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425" b="1">
                <a:solidFill>
                  <a:srgbClr val="F8FBFF"/>
                </a:solidFill>
                <a:latin typeface="Cascadia Mono"/>
                <a:ea typeface="Cascadia Mono"/>
                <a:cs typeface="Cascadia Mono"/>
              </a:defRPr>
            </a:pPr>
            <a:r>
              <a:rPr sz="1425" b="1">
                <a:solidFill>
                  <a:srgbClr val="F8FBFF"/>
                </a:solidFill>
                <a:latin typeface="Cascadia Mono"/>
                <a:ea typeface="Cascadia Mono"/>
                <a:cs typeface="Cascadia Mono"/>
              </a:rPr>
              <a:t>Kafka</a:t>
            </a:r>
          </a:p>
        </p:txBody>
      </p:sp>
      <p:sp>
        <p:nvSpPr>
          <p:cNvPr id="14" name="">
            <a:extLst xmlns:a="http://schemas.openxmlformats.org/drawingml/2006/main">
              <a:ext uri="{FF2B5EF4-FFF2-40B4-BE49-F238E27FC236}">
                <a16:creationId xmlns:a16="http://schemas.microsoft.com/office/drawing/2014/main" id="{58105EA4-E1FF-49C7-884D-4F21DF891C33}"/>
              </a:ext>
            </a:extLst>
          </p:cNvPr>
          <p:cNvSpPr>
            <a:spLocks xmlns:a="http://schemas.openxmlformats.org/drawingml/2006/main" noGrp="1"/>
          </p:cNvSpPr>
          <p:nvPr/>
        </p:nvSpPr>
        <p:spPr>
          <a:xfrm xmlns:a="http://schemas.openxmlformats.org/drawingml/2006/main">
            <a:off x="6315075" y="2743200"/>
            <a:ext cx="1276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a:solidFill>
                  <a:srgbClr val="9AB1C5"/>
                </a:solidFill>
                <a:latin typeface="Segoe UI"/>
                <a:ea typeface="Segoe UI"/>
                <a:cs typeface="Segoe UI"/>
              </a:defRPr>
            </a:pPr>
            <a:r>
              <a:rPr sz="1125" b="0">
                <a:solidFill>
                  <a:srgbClr val="9AB1C5"/>
                </a:solidFill>
                <a:latin typeface="Segoe UI"/>
                <a:ea typeface="Segoe UI"/>
                <a:cs typeface="Segoe UI"/>
              </a:rPr>
              <a:t>‏תעבורה ו־Replay</a:t>
            </a:r>
          </a:p>
        </p:txBody>
      </p:sp>
      <p:sp>
        <p:nvSpPr>
          <p:cNvPr id="15" name="">
            <a:extLst xmlns:a="http://schemas.openxmlformats.org/drawingml/2006/main">
              <a:ext uri="{FF2B5EF4-FFF2-40B4-BE49-F238E27FC236}">
                <a16:creationId xmlns:a16="http://schemas.microsoft.com/office/drawing/2014/main" id="{CE4B767D-F409-4D17-BB45-DE943F2EA606}"/>
              </a:ext>
            </a:extLst>
          </p:cNvPr>
          <p:cNvSpPr>
            <a:spLocks xmlns:a="http://schemas.openxmlformats.org/drawingml/2006/main" noGrp="1"/>
          </p:cNvSpPr>
          <p:nvPr/>
        </p:nvSpPr>
        <p:spPr>
          <a:xfrm xmlns:a="http://schemas.openxmlformats.org/drawingml/2006/main">
            <a:off x="4381500" y="2266950"/>
            <a:ext cx="1428750" cy="838200"/>
          </a:xfrm>
          <a:prstGeom xmlns:a="http://schemas.openxmlformats.org/drawingml/2006/main" prst="roundRect">
            <a:avLst>
              <a:gd name="adj" fmla="val 13636"/>
            </a:avLst>
          </a:prstGeom>
          <a:solidFill xmlns:a="http://schemas.openxmlformats.org/drawingml/2006/main">
            <a:srgbClr val="10283C"/>
          </a:solidFill>
          <a:ln xmlns:a="http://schemas.openxmlformats.org/drawingml/2006/main" w="14288">
            <a:solidFill>
              <a:srgbClr val="5B91FF"/>
            </a:solidFill>
            <a:prstDash val="solid"/>
          </a:ln>
        </p:spPr>
      </p:sp>
      <p:sp>
        <p:nvSpPr>
          <p:cNvPr id="16" name="">
            <a:extLst xmlns:a="http://schemas.openxmlformats.org/drawingml/2006/main">
              <a:ext uri="{FF2B5EF4-FFF2-40B4-BE49-F238E27FC236}">
                <a16:creationId xmlns:a16="http://schemas.microsoft.com/office/drawing/2014/main" id="{024C0115-58D8-44F3-B5FA-85291130E522}"/>
              </a:ext>
            </a:extLst>
          </p:cNvPr>
          <p:cNvSpPr>
            <a:spLocks xmlns:a="http://schemas.openxmlformats.org/drawingml/2006/main" noGrp="1"/>
          </p:cNvSpPr>
          <p:nvPr/>
        </p:nvSpPr>
        <p:spPr>
          <a:xfrm xmlns:a="http://schemas.openxmlformats.org/drawingml/2006/main">
            <a:off x="4476750" y="2428875"/>
            <a:ext cx="123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425" b="1">
                <a:solidFill>
                  <a:srgbClr val="F8FBFF"/>
                </a:solidFill>
                <a:latin typeface="Cascadia Mono"/>
                <a:ea typeface="Cascadia Mono"/>
                <a:cs typeface="Cascadia Mono"/>
              </a:defRPr>
            </a:pPr>
            <a:r>
              <a:rPr sz="1425" b="1">
                <a:solidFill>
                  <a:srgbClr val="F8FBFF"/>
                </a:solidFill>
                <a:latin typeface="Cascadia Mono"/>
                <a:ea typeface="Cascadia Mono"/>
                <a:cs typeface="Cascadia Mono"/>
              </a:rPr>
              <a:t>Spark</a:t>
            </a:r>
          </a:p>
        </p:txBody>
      </p:sp>
      <p:sp>
        <p:nvSpPr>
          <p:cNvPr id="17" name="">
            <a:extLst xmlns:a="http://schemas.openxmlformats.org/drawingml/2006/main">
              <a:ext uri="{FF2B5EF4-FFF2-40B4-BE49-F238E27FC236}">
                <a16:creationId xmlns:a16="http://schemas.microsoft.com/office/drawing/2014/main" id="{0427BE7B-C0C0-4139-A423-928A442BA605}"/>
              </a:ext>
            </a:extLst>
          </p:cNvPr>
          <p:cNvSpPr>
            <a:spLocks xmlns:a="http://schemas.openxmlformats.org/drawingml/2006/main" noGrp="1"/>
          </p:cNvSpPr>
          <p:nvPr/>
        </p:nvSpPr>
        <p:spPr>
          <a:xfrm xmlns:a="http://schemas.openxmlformats.org/drawingml/2006/main">
            <a:off x="4457700" y="2743200"/>
            <a:ext cx="1276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a:solidFill>
                  <a:srgbClr val="9AB1C5"/>
                </a:solidFill>
                <a:latin typeface="Segoe UI"/>
                <a:ea typeface="Segoe UI"/>
                <a:cs typeface="Segoe UI"/>
              </a:defRPr>
            </a:pPr>
            <a:r>
              <a:rPr sz="1125" b="0">
                <a:solidFill>
                  <a:srgbClr val="9AB1C5"/>
                </a:solidFill>
                <a:latin typeface="Segoe UI"/>
                <a:ea typeface="Segoe UI"/>
                <a:cs typeface="Segoe UI"/>
              </a:rPr>
              <a:t>‏Streaming + Batch</a:t>
            </a:r>
          </a:p>
        </p:txBody>
      </p:sp>
      <p:sp>
        <p:nvSpPr>
          <p:cNvPr id="18" name="">
            <a:extLst xmlns:a="http://schemas.openxmlformats.org/drawingml/2006/main">
              <a:ext uri="{FF2B5EF4-FFF2-40B4-BE49-F238E27FC236}">
                <a16:creationId xmlns:a16="http://schemas.microsoft.com/office/drawing/2014/main" id="{53F60DC3-ABA6-412C-A1FD-9F15EA879CF3}"/>
              </a:ext>
            </a:extLst>
          </p:cNvPr>
          <p:cNvSpPr>
            <a:spLocks xmlns:a="http://schemas.openxmlformats.org/drawingml/2006/main" noGrp="1"/>
          </p:cNvSpPr>
          <p:nvPr/>
        </p:nvSpPr>
        <p:spPr>
          <a:xfrm xmlns:a="http://schemas.openxmlformats.org/drawingml/2006/main">
            <a:off x="2428875" y="2266950"/>
            <a:ext cx="1524000" cy="838200"/>
          </a:xfrm>
          <a:prstGeom xmlns:a="http://schemas.openxmlformats.org/drawingml/2006/main" prst="roundRect">
            <a:avLst>
              <a:gd name="adj" fmla="val 13636"/>
            </a:avLst>
          </a:prstGeom>
          <a:solidFill xmlns:a="http://schemas.openxmlformats.org/drawingml/2006/main">
            <a:srgbClr val="10283C"/>
          </a:solidFill>
          <a:ln xmlns:a="http://schemas.openxmlformats.org/drawingml/2006/main" w="14288">
            <a:solidFill>
              <a:srgbClr val="F4B94F"/>
            </a:solidFill>
            <a:prstDash val="solid"/>
          </a:ln>
        </p:spPr>
      </p:sp>
      <p:sp>
        <p:nvSpPr>
          <p:cNvPr id="19" name="">
            <a:extLst xmlns:a="http://schemas.openxmlformats.org/drawingml/2006/main">
              <a:ext uri="{FF2B5EF4-FFF2-40B4-BE49-F238E27FC236}">
                <a16:creationId xmlns:a16="http://schemas.microsoft.com/office/drawing/2014/main" id="{D30C1915-4E90-4CC0-A512-AEAEC78FF7AF}"/>
              </a:ext>
            </a:extLst>
          </p:cNvPr>
          <p:cNvSpPr>
            <a:spLocks xmlns:a="http://schemas.openxmlformats.org/drawingml/2006/main" noGrp="1"/>
          </p:cNvSpPr>
          <p:nvPr/>
        </p:nvSpPr>
        <p:spPr>
          <a:xfrm xmlns:a="http://schemas.openxmlformats.org/drawingml/2006/main">
            <a:off x="2524125" y="2428875"/>
            <a:ext cx="133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425" b="1">
                <a:solidFill>
                  <a:srgbClr val="F8FBFF"/>
                </a:solidFill>
                <a:latin typeface="Cascadia Mono"/>
                <a:ea typeface="Cascadia Mono"/>
                <a:cs typeface="Cascadia Mono"/>
              </a:defRPr>
            </a:pPr>
            <a:r>
              <a:rPr sz="1425" b="1">
                <a:solidFill>
                  <a:srgbClr val="F8FBFF"/>
                </a:solidFill>
                <a:latin typeface="Cascadia Mono"/>
                <a:ea typeface="Cascadia Mono"/>
                <a:cs typeface="Cascadia Mono"/>
              </a:rPr>
              <a:t>MariaDB Gold</a:t>
            </a:r>
          </a:p>
        </p:txBody>
      </p:sp>
      <p:sp>
        <p:nvSpPr>
          <p:cNvPr id="20" name="">
            <a:extLst xmlns:a="http://schemas.openxmlformats.org/drawingml/2006/main">
              <a:ext uri="{FF2B5EF4-FFF2-40B4-BE49-F238E27FC236}">
                <a16:creationId xmlns:a16="http://schemas.microsoft.com/office/drawing/2014/main" id="{4837ED1F-77D6-4D48-9E88-50E9A37DF68C}"/>
              </a:ext>
            </a:extLst>
          </p:cNvPr>
          <p:cNvSpPr>
            <a:spLocks xmlns:a="http://schemas.openxmlformats.org/drawingml/2006/main" noGrp="1"/>
          </p:cNvSpPr>
          <p:nvPr/>
        </p:nvSpPr>
        <p:spPr>
          <a:xfrm xmlns:a="http://schemas.openxmlformats.org/drawingml/2006/main">
            <a:off x="2505075" y="2743200"/>
            <a:ext cx="1371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a:solidFill>
                  <a:srgbClr val="9AB1C5"/>
                </a:solidFill>
                <a:latin typeface="Segoe UI"/>
                <a:ea typeface="Segoe UI"/>
                <a:cs typeface="Segoe UI"/>
              </a:defRPr>
            </a:pPr>
            <a:r>
              <a:rPr sz="1125" b="0">
                <a:solidFill>
                  <a:srgbClr val="9AB1C5"/>
                </a:solidFill>
                <a:latin typeface="Segoe UI"/>
                <a:ea typeface="Segoe UI"/>
                <a:cs typeface="Segoe UI"/>
              </a:rPr>
              <a:t>‏נתון מוכן ליישום</a:t>
            </a:r>
          </a:p>
        </p:txBody>
      </p:sp>
      <p:sp>
        <p:nvSpPr>
          <p:cNvPr id="21" name="">
            <a:extLst xmlns:a="http://schemas.openxmlformats.org/drawingml/2006/main">
              <a:ext uri="{FF2B5EF4-FFF2-40B4-BE49-F238E27FC236}">
                <a16:creationId xmlns:a16="http://schemas.microsoft.com/office/drawing/2014/main" id="{462181ED-AA5F-4042-B2D5-CB43A9119B73}"/>
              </a:ext>
            </a:extLst>
          </p:cNvPr>
          <p:cNvSpPr>
            <a:spLocks xmlns:a="http://schemas.openxmlformats.org/drawingml/2006/main" noGrp="1"/>
          </p:cNvSpPr>
          <p:nvPr/>
        </p:nvSpPr>
        <p:spPr>
          <a:xfrm xmlns:a="http://schemas.openxmlformats.org/drawingml/2006/main">
            <a:off x="571500" y="2266950"/>
            <a:ext cx="1428750" cy="838200"/>
          </a:xfrm>
          <a:prstGeom xmlns:a="http://schemas.openxmlformats.org/drawingml/2006/main" prst="roundRect">
            <a:avLst>
              <a:gd name="adj" fmla="val 13636"/>
            </a:avLst>
          </a:prstGeom>
          <a:solidFill xmlns:a="http://schemas.openxmlformats.org/drawingml/2006/main">
            <a:srgbClr val="10283C"/>
          </a:solidFill>
          <a:ln xmlns:a="http://schemas.openxmlformats.org/drawingml/2006/main" w="14288">
            <a:solidFill>
              <a:srgbClr val="35D4B5"/>
            </a:solidFill>
            <a:prstDash val="solid"/>
          </a:ln>
        </p:spPr>
      </p:sp>
      <p:sp>
        <p:nvSpPr>
          <p:cNvPr id="22" name="">
            <a:extLst xmlns:a="http://schemas.openxmlformats.org/drawingml/2006/main">
              <a:ext uri="{FF2B5EF4-FFF2-40B4-BE49-F238E27FC236}">
                <a16:creationId xmlns:a16="http://schemas.microsoft.com/office/drawing/2014/main" id="{0EAA1E56-291B-4443-8E41-EADA6DB18815}"/>
              </a:ext>
            </a:extLst>
          </p:cNvPr>
          <p:cNvSpPr>
            <a:spLocks xmlns:a="http://schemas.openxmlformats.org/drawingml/2006/main" noGrp="1"/>
          </p:cNvSpPr>
          <p:nvPr/>
        </p:nvSpPr>
        <p:spPr>
          <a:xfrm xmlns:a="http://schemas.openxmlformats.org/drawingml/2006/main">
            <a:off x="666750" y="2428875"/>
            <a:ext cx="123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425" b="1">
                <a:solidFill>
                  <a:srgbClr val="F8FBFF"/>
                </a:solidFill>
                <a:latin typeface="Cascadia Mono"/>
                <a:ea typeface="Cascadia Mono"/>
                <a:cs typeface="Cascadia Mono"/>
              </a:defRPr>
            </a:pPr>
            <a:r>
              <a:rPr sz="1425" b="1">
                <a:solidFill>
                  <a:srgbClr val="F8FBFF"/>
                </a:solidFill>
                <a:latin typeface="Cascadia Mono"/>
                <a:ea typeface="Cascadia Mono"/>
                <a:cs typeface="Cascadia Mono"/>
              </a:rPr>
              <a:t>API + Web</a:t>
            </a:r>
          </a:p>
        </p:txBody>
      </p:sp>
      <p:sp>
        <p:nvSpPr>
          <p:cNvPr id="23" name="">
            <a:extLst xmlns:a="http://schemas.openxmlformats.org/drawingml/2006/main">
              <a:ext uri="{FF2B5EF4-FFF2-40B4-BE49-F238E27FC236}">
                <a16:creationId xmlns:a16="http://schemas.microsoft.com/office/drawing/2014/main" id="{CDC5CAB3-6ED3-4E1B-AB3B-76E0FA61D123}"/>
              </a:ext>
            </a:extLst>
          </p:cNvPr>
          <p:cNvSpPr>
            <a:spLocks xmlns:a="http://schemas.openxmlformats.org/drawingml/2006/main" noGrp="1"/>
          </p:cNvSpPr>
          <p:nvPr/>
        </p:nvSpPr>
        <p:spPr>
          <a:xfrm xmlns:a="http://schemas.openxmlformats.org/drawingml/2006/main">
            <a:off x="647700" y="2743200"/>
            <a:ext cx="1276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a:solidFill>
                  <a:srgbClr val="9AB1C5"/>
                </a:solidFill>
                <a:latin typeface="Segoe UI"/>
                <a:ea typeface="Segoe UI"/>
                <a:cs typeface="Segoe UI"/>
              </a:defRPr>
            </a:pPr>
            <a:r>
              <a:rPr sz="1125" b="0">
                <a:solidFill>
                  <a:srgbClr val="9AB1C5"/>
                </a:solidFill>
                <a:latin typeface="Segoe UI"/>
                <a:ea typeface="Segoe UI"/>
                <a:cs typeface="Segoe UI"/>
              </a:rPr>
              <a:t>‏המוצר למשתמש</a:t>
            </a:r>
          </a:p>
        </p:txBody>
      </p:sp>
      <p:cxnSp>
        <p:nvCxnSpPr>
          <p:cNvPr id="64" name=""/>
          <p:cNvCxnSpPr>
            <a:stCxn xmlns:a="http://schemas.openxmlformats.org/drawingml/2006/main" id="6" idx="1"/>
            <a:endCxn xmlns:a="http://schemas.openxmlformats.org/drawingml/2006/main" id="9" idx="3"/>
          </p:cNvCxnSpPr>
          <p:nvPr/>
        </p:nvCxnSpPr>
        <p:spPr>
          <a:xfrm xmlns:a="http://schemas.openxmlformats.org/drawingml/2006/main" flipH="1">
            <a:off x="9525000" y="2686050"/>
            <a:ext cx="428625" cy="0"/>
          </a:xfrm>
          <a:prstGeom xmlns:a="http://schemas.openxmlformats.org/drawingml/2006/main" prst="straightConnector1">
            <a:avLst/>
          </a:prstGeom>
          <a:ln xmlns:a="http://schemas.openxmlformats.org/drawingml/2006/main" w="19050">
            <a:solidFill>
              <a:srgbClr val="35D4B5"/>
            </a:solidFill>
            <a:prstDash val="solid"/>
            <a:tailEnd type="triangle" w="sm" len="sm"/>
          </a:ln>
        </p:spPr>
      </p:cxnSp>
      <p:cxnSp>
        <p:nvCxnSpPr>
          <p:cNvPr id="65" name=""/>
          <p:cNvCxnSpPr>
            <a:stCxn xmlns:a="http://schemas.openxmlformats.org/drawingml/2006/main" id="9" idx="1"/>
            <a:endCxn xmlns:a="http://schemas.openxmlformats.org/drawingml/2006/main" id="12" idx="3"/>
          </p:cNvCxnSpPr>
          <p:nvPr/>
        </p:nvCxnSpPr>
        <p:spPr>
          <a:xfrm xmlns:a="http://schemas.openxmlformats.org/drawingml/2006/main" flipH="1">
            <a:off x="7667625" y="2686050"/>
            <a:ext cx="428625" cy="0"/>
          </a:xfrm>
          <a:prstGeom xmlns:a="http://schemas.openxmlformats.org/drawingml/2006/main" prst="straightConnector1">
            <a:avLst/>
          </a:prstGeom>
          <a:ln xmlns:a="http://schemas.openxmlformats.org/drawingml/2006/main" w="19050">
            <a:solidFill>
              <a:srgbClr val="35D4B5"/>
            </a:solidFill>
            <a:prstDash val="solid"/>
            <a:tailEnd type="triangle" w="sm" len="sm"/>
          </a:ln>
        </p:spPr>
      </p:cxnSp>
      <p:cxnSp>
        <p:nvCxnSpPr>
          <p:cNvPr id="66" name=""/>
          <p:cNvCxnSpPr>
            <a:stCxn xmlns:a="http://schemas.openxmlformats.org/drawingml/2006/main" id="12" idx="1"/>
            <a:endCxn xmlns:a="http://schemas.openxmlformats.org/drawingml/2006/main" id="15" idx="3"/>
          </p:cNvCxnSpPr>
          <p:nvPr/>
        </p:nvCxnSpPr>
        <p:spPr>
          <a:xfrm xmlns:a="http://schemas.openxmlformats.org/drawingml/2006/main" flipH="1">
            <a:off x="5810250" y="2686050"/>
            <a:ext cx="428625" cy="0"/>
          </a:xfrm>
          <a:prstGeom xmlns:a="http://schemas.openxmlformats.org/drawingml/2006/main" prst="straightConnector1">
            <a:avLst/>
          </a:prstGeom>
          <a:ln xmlns:a="http://schemas.openxmlformats.org/drawingml/2006/main" w="19050">
            <a:solidFill>
              <a:srgbClr val="5B91FF"/>
            </a:solidFill>
            <a:prstDash val="solid"/>
            <a:tailEnd type="triangle" w="sm" len="sm"/>
          </a:ln>
        </p:spPr>
      </p:cxnSp>
      <p:cxnSp>
        <p:nvCxnSpPr>
          <p:cNvPr id="67" name=""/>
          <p:cNvCxnSpPr>
            <a:stCxn xmlns:a="http://schemas.openxmlformats.org/drawingml/2006/main" id="15" idx="1"/>
            <a:endCxn xmlns:a="http://schemas.openxmlformats.org/drawingml/2006/main" id="18" idx="3"/>
          </p:cNvCxnSpPr>
          <p:nvPr/>
        </p:nvCxnSpPr>
        <p:spPr>
          <a:xfrm xmlns:a="http://schemas.openxmlformats.org/drawingml/2006/main" flipH="1">
            <a:off x="3952875" y="2686050"/>
            <a:ext cx="428625" cy="0"/>
          </a:xfrm>
          <a:prstGeom xmlns:a="http://schemas.openxmlformats.org/drawingml/2006/main" prst="straightConnector1">
            <a:avLst/>
          </a:prstGeom>
          <a:ln xmlns:a="http://schemas.openxmlformats.org/drawingml/2006/main" w="19050">
            <a:solidFill>
              <a:srgbClr val="F4B94F"/>
            </a:solidFill>
            <a:prstDash val="solid"/>
            <a:tailEnd type="triangle" w="sm" len="sm"/>
          </a:ln>
        </p:spPr>
      </p:cxnSp>
      <p:cxnSp>
        <p:nvCxnSpPr>
          <p:cNvPr id="68" name=""/>
          <p:cNvCxnSpPr>
            <a:stCxn xmlns:a="http://schemas.openxmlformats.org/drawingml/2006/main" id="18" idx="1"/>
            <a:endCxn xmlns:a="http://schemas.openxmlformats.org/drawingml/2006/main" id="21" idx="3"/>
          </p:cNvCxnSpPr>
          <p:nvPr/>
        </p:nvCxnSpPr>
        <p:spPr>
          <a:xfrm xmlns:a="http://schemas.openxmlformats.org/drawingml/2006/main" flipH="1">
            <a:off x="2000250" y="2686050"/>
            <a:ext cx="428625" cy="0"/>
          </a:xfrm>
          <a:prstGeom xmlns:a="http://schemas.openxmlformats.org/drawingml/2006/main" prst="straightConnector1">
            <a:avLst/>
          </a:prstGeom>
          <a:ln xmlns:a="http://schemas.openxmlformats.org/drawingml/2006/main" w="19050">
            <a:solidFill>
              <a:srgbClr val="35D4B5"/>
            </a:solidFill>
            <a:prstDash val="solid"/>
            <a:tailEnd type="triangle" w="sm" len="sm"/>
          </a:ln>
        </p:spPr>
      </p:cxnSp>
      <p:sp>
        <p:nvSpPr>
          <p:cNvPr id="29" name="">
            <a:extLst xmlns:a="http://schemas.openxmlformats.org/drawingml/2006/main">
              <a:ext uri="{FF2B5EF4-FFF2-40B4-BE49-F238E27FC236}">
                <a16:creationId xmlns:a16="http://schemas.microsoft.com/office/drawing/2014/main" id="{270317CD-8768-4B9E-B382-869F89EF3264}"/>
              </a:ext>
            </a:extLst>
          </p:cNvPr>
          <p:cNvSpPr>
            <a:spLocks xmlns:a="http://schemas.openxmlformats.org/drawingml/2006/main" noGrp="1"/>
          </p:cNvSpPr>
          <p:nvPr/>
        </p:nvSpPr>
        <p:spPr>
          <a:xfrm xmlns:a="http://schemas.openxmlformats.org/drawingml/2006/main">
            <a:off x="6191250" y="4095750"/>
            <a:ext cx="1809750" cy="838200"/>
          </a:xfrm>
          <a:prstGeom xmlns:a="http://schemas.openxmlformats.org/drawingml/2006/main" prst="roundRect">
            <a:avLst>
              <a:gd name="adj" fmla="val 13636"/>
            </a:avLst>
          </a:prstGeom>
          <a:solidFill xmlns:a="http://schemas.openxmlformats.org/drawingml/2006/main">
            <a:srgbClr val="10283C"/>
          </a:solidFill>
          <a:ln xmlns:a="http://schemas.openxmlformats.org/drawingml/2006/main" w="14288">
            <a:solidFill>
              <a:srgbClr val="35D4B5"/>
            </a:solidFill>
            <a:prstDash val="solid"/>
          </a:ln>
        </p:spPr>
      </p:sp>
      <p:sp>
        <p:nvSpPr>
          <p:cNvPr id="30" name="">
            <a:extLst xmlns:a="http://schemas.openxmlformats.org/drawingml/2006/main">
              <a:ext uri="{FF2B5EF4-FFF2-40B4-BE49-F238E27FC236}">
                <a16:creationId xmlns:a16="http://schemas.microsoft.com/office/drawing/2014/main" id="{3071D6B3-9A3C-4552-89ED-4BE8E931B12D}"/>
              </a:ext>
            </a:extLst>
          </p:cNvPr>
          <p:cNvSpPr>
            <a:spLocks xmlns:a="http://schemas.openxmlformats.org/drawingml/2006/main" noGrp="1"/>
          </p:cNvSpPr>
          <p:nvPr/>
        </p:nvSpPr>
        <p:spPr>
          <a:xfrm xmlns:a="http://schemas.openxmlformats.org/drawingml/2006/main">
            <a:off x="6286500" y="4257675"/>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425" b="1">
                <a:solidFill>
                  <a:srgbClr val="F8FBFF"/>
                </a:solidFill>
                <a:latin typeface="Cascadia Mono"/>
                <a:ea typeface="Cascadia Mono"/>
                <a:cs typeface="Cascadia Mono"/>
              </a:defRPr>
            </a:pPr>
            <a:r>
              <a:rPr sz="1425" b="1">
                <a:solidFill>
                  <a:srgbClr val="F8FBFF"/>
                </a:solidFill>
                <a:latin typeface="Cascadia Mono"/>
                <a:ea typeface="Cascadia Mono"/>
                <a:cs typeface="Cascadia Mono"/>
              </a:rPr>
              <a:t>MinIO Bronze</a:t>
            </a:r>
          </a:p>
        </p:txBody>
      </p:sp>
      <p:sp>
        <p:nvSpPr>
          <p:cNvPr id="31" name="">
            <a:extLst xmlns:a="http://schemas.openxmlformats.org/drawingml/2006/main">
              <a:ext uri="{FF2B5EF4-FFF2-40B4-BE49-F238E27FC236}">
                <a16:creationId xmlns:a16="http://schemas.microsoft.com/office/drawing/2014/main" id="{53B0EC49-5966-4559-BEF2-277B16BEF044}"/>
              </a:ext>
            </a:extLst>
          </p:cNvPr>
          <p:cNvSpPr>
            <a:spLocks xmlns:a="http://schemas.openxmlformats.org/drawingml/2006/main" noGrp="1"/>
          </p:cNvSpPr>
          <p:nvPr/>
        </p:nvSpPr>
        <p:spPr>
          <a:xfrm xmlns:a="http://schemas.openxmlformats.org/drawingml/2006/main">
            <a:off x="6267450" y="4572000"/>
            <a:ext cx="1657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a:solidFill>
                  <a:srgbClr val="9AB1C5"/>
                </a:solidFill>
                <a:latin typeface="Segoe UI"/>
                <a:ea typeface="Segoe UI"/>
                <a:cs typeface="Segoe UI"/>
              </a:defRPr>
            </a:pPr>
            <a:r>
              <a:rPr sz="1125" b="0">
                <a:solidFill>
                  <a:srgbClr val="9AB1C5"/>
                </a:solidFill>
                <a:latin typeface="Segoe UI"/>
                <a:ea typeface="Segoe UI"/>
                <a:cs typeface="Segoe UI"/>
              </a:rPr>
              <a:t>‏מקור גולמי ובלתי משתנה</a:t>
            </a:r>
          </a:p>
        </p:txBody>
      </p:sp>
      <p:sp>
        <p:nvSpPr>
          <p:cNvPr id="32" name="">
            <a:extLst xmlns:a="http://schemas.openxmlformats.org/drawingml/2006/main">
              <a:ext uri="{FF2B5EF4-FFF2-40B4-BE49-F238E27FC236}">
                <a16:creationId xmlns:a16="http://schemas.microsoft.com/office/drawing/2014/main" id="{9C39AD90-7F94-4781-AA9E-6E55F50595EC}"/>
              </a:ext>
            </a:extLst>
          </p:cNvPr>
          <p:cNvSpPr>
            <a:spLocks xmlns:a="http://schemas.openxmlformats.org/drawingml/2006/main" noGrp="1"/>
          </p:cNvSpPr>
          <p:nvPr/>
        </p:nvSpPr>
        <p:spPr>
          <a:xfrm xmlns:a="http://schemas.openxmlformats.org/drawingml/2006/main">
            <a:off x="4048125" y="4095750"/>
            <a:ext cx="1809750" cy="838200"/>
          </a:xfrm>
          <a:prstGeom xmlns:a="http://schemas.openxmlformats.org/drawingml/2006/main" prst="roundRect">
            <a:avLst>
              <a:gd name="adj" fmla="val 13636"/>
            </a:avLst>
          </a:prstGeom>
          <a:solidFill xmlns:a="http://schemas.openxmlformats.org/drawingml/2006/main">
            <a:srgbClr val="10283C"/>
          </a:solidFill>
          <a:ln xmlns:a="http://schemas.openxmlformats.org/drawingml/2006/main" w="14288">
            <a:solidFill>
              <a:srgbClr val="5B91FF"/>
            </a:solidFill>
            <a:prstDash val="solid"/>
          </a:ln>
        </p:spPr>
      </p:sp>
      <p:sp>
        <p:nvSpPr>
          <p:cNvPr id="33" name="">
            <a:extLst xmlns:a="http://schemas.openxmlformats.org/drawingml/2006/main">
              <a:ext uri="{FF2B5EF4-FFF2-40B4-BE49-F238E27FC236}">
                <a16:creationId xmlns:a16="http://schemas.microsoft.com/office/drawing/2014/main" id="{AF39C8A5-1994-4967-BA37-341357318DFF}"/>
              </a:ext>
            </a:extLst>
          </p:cNvPr>
          <p:cNvSpPr>
            <a:spLocks xmlns:a="http://schemas.openxmlformats.org/drawingml/2006/main" noGrp="1"/>
          </p:cNvSpPr>
          <p:nvPr/>
        </p:nvSpPr>
        <p:spPr>
          <a:xfrm xmlns:a="http://schemas.openxmlformats.org/drawingml/2006/main">
            <a:off x="4143375" y="4257675"/>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425" b="1">
                <a:solidFill>
                  <a:srgbClr val="F8FBFF"/>
                </a:solidFill>
                <a:latin typeface="Cascadia Mono"/>
                <a:ea typeface="Cascadia Mono"/>
                <a:cs typeface="Cascadia Mono"/>
              </a:defRPr>
            </a:pPr>
            <a:r>
              <a:rPr sz="1425" b="1">
                <a:solidFill>
                  <a:srgbClr val="F8FBFF"/>
                </a:solidFill>
                <a:latin typeface="Cascadia Mono"/>
                <a:ea typeface="Cascadia Mono"/>
                <a:cs typeface="Cascadia Mono"/>
              </a:rPr>
              <a:t>MinIO Silver</a:t>
            </a:r>
          </a:p>
        </p:txBody>
      </p:sp>
      <p:sp>
        <p:nvSpPr>
          <p:cNvPr id="34" name="">
            <a:extLst xmlns:a="http://schemas.openxmlformats.org/drawingml/2006/main">
              <a:ext uri="{FF2B5EF4-FFF2-40B4-BE49-F238E27FC236}">
                <a16:creationId xmlns:a16="http://schemas.microsoft.com/office/drawing/2014/main" id="{91FFC95B-3A56-4F87-BD10-035F2DE107BE}"/>
              </a:ext>
            </a:extLst>
          </p:cNvPr>
          <p:cNvSpPr>
            <a:spLocks xmlns:a="http://schemas.openxmlformats.org/drawingml/2006/main" noGrp="1"/>
          </p:cNvSpPr>
          <p:nvPr/>
        </p:nvSpPr>
        <p:spPr>
          <a:xfrm xmlns:a="http://schemas.openxmlformats.org/drawingml/2006/main">
            <a:off x="4124325" y="4572000"/>
            <a:ext cx="1657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a:solidFill>
                  <a:srgbClr val="9AB1C5"/>
                </a:solidFill>
                <a:latin typeface="Segoe UI"/>
                <a:ea typeface="Segoe UI"/>
                <a:cs typeface="Segoe UI"/>
              </a:defRPr>
            </a:pPr>
            <a:r>
              <a:rPr sz="1125" b="0">
                <a:solidFill>
                  <a:srgbClr val="9AB1C5"/>
                </a:solidFill>
                <a:latin typeface="Segoe UI"/>
                <a:ea typeface="Segoe UI"/>
                <a:cs typeface="Segoe UI"/>
              </a:rPr>
              <a:t>‏Parquet נקי וקנוני</a:t>
            </a:r>
          </a:p>
        </p:txBody>
      </p:sp>
      <p:cxnSp>
        <p:nvCxnSpPr>
          <p:cNvPr id="75" name=""/>
          <p:cNvCxnSpPr>
            <a:stCxn xmlns:a="http://schemas.openxmlformats.org/drawingml/2006/main" id="12" idx="2"/>
            <a:endCxn xmlns:a="http://schemas.openxmlformats.org/drawingml/2006/main" id="29" idx="0"/>
          </p:cNvCxnSpPr>
          <p:nvPr/>
        </p:nvCxnSpPr>
        <p:spPr>
          <a:xfrm xmlns:a="http://schemas.openxmlformats.org/drawingml/2006/main">
            <a:off x="6953250" y="3105150"/>
            <a:ext cx="142875" cy="990600"/>
          </a:xfrm>
          <a:prstGeom xmlns:a="http://schemas.openxmlformats.org/drawingml/2006/main" prst="bentConnector4">
            <a:avLst>
              <a:gd name="adj1" fmla="val 0"/>
              <a:gd name="adj2" fmla="val 50000"/>
            </a:avLst>
          </a:prstGeom>
          <a:ln xmlns:a="http://schemas.openxmlformats.org/drawingml/2006/main" w="19050">
            <a:solidFill>
              <a:srgbClr val="35D4B5"/>
            </a:solidFill>
            <a:prstDash val="dash"/>
            <a:tailEnd type="triangle" w="sm" len="sm"/>
          </a:ln>
        </p:spPr>
      </p:cxnSp>
      <p:cxnSp>
        <p:nvCxnSpPr>
          <p:cNvPr id="76" name=""/>
          <p:cNvCxnSpPr>
            <a:stCxn xmlns:a="http://schemas.openxmlformats.org/drawingml/2006/main" id="29" idx="1"/>
            <a:endCxn xmlns:a="http://schemas.openxmlformats.org/drawingml/2006/main" id="32" idx="3"/>
          </p:cNvCxnSpPr>
          <p:nvPr/>
        </p:nvCxnSpPr>
        <p:spPr>
          <a:xfrm xmlns:a="http://schemas.openxmlformats.org/drawingml/2006/main" flipH="1">
            <a:off x="5857875" y="4514850"/>
            <a:ext cx="333375" cy="0"/>
          </a:xfrm>
          <a:prstGeom xmlns:a="http://schemas.openxmlformats.org/drawingml/2006/main" prst="straightConnector1">
            <a:avLst/>
          </a:prstGeom>
          <a:ln xmlns:a="http://schemas.openxmlformats.org/drawingml/2006/main" w="19050">
            <a:solidFill>
              <a:srgbClr val="5B91FF"/>
            </a:solidFill>
            <a:prstDash val="solid"/>
            <a:tailEnd type="triangle" w="sm" len="sm"/>
          </a:ln>
        </p:spPr>
      </p:cxnSp>
      <p:cxnSp>
        <p:nvCxnSpPr>
          <p:cNvPr id="77" name=""/>
          <p:cNvCxnSpPr>
            <a:stCxn xmlns:a="http://schemas.openxmlformats.org/drawingml/2006/main" id="32" idx="0"/>
            <a:endCxn xmlns:a="http://schemas.openxmlformats.org/drawingml/2006/main" id="18" idx="2"/>
          </p:cNvCxnSpPr>
          <p:nvPr/>
        </p:nvCxnSpPr>
        <p:spPr>
          <a:xfrm xmlns:a="http://schemas.openxmlformats.org/drawingml/2006/main" flipH="1" flipV="1">
            <a:off x="3190875" y="3105150"/>
            <a:ext cx="1762125" cy="990600"/>
          </a:xfrm>
          <a:prstGeom xmlns:a="http://schemas.openxmlformats.org/drawingml/2006/main" prst="bentConnector4">
            <a:avLst>
              <a:gd name="adj1" fmla="val 0"/>
              <a:gd name="adj2" fmla="val 50000"/>
            </a:avLst>
          </a:prstGeom>
          <a:ln xmlns:a="http://schemas.openxmlformats.org/drawingml/2006/main" w="19050">
            <a:solidFill>
              <a:srgbClr val="F4B94F"/>
            </a:solidFill>
            <a:prstDash val="dash"/>
            <a:tailEnd type="triangle" w="sm" len="sm"/>
          </a:ln>
        </p:spPr>
      </p:cxnSp>
      <p:sp>
        <p:nvSpPr>
          <p:cNvPr id="38" name="">
            <a:extLst xmlns:a="http://schemas.openxmlformats.org/drawingml/2006/main">
              <a:ext uri="{FF2B5EF4-FFF2-40B4-BE49-F238E27FC236}">
                <a16:creationId xmlns:a16="http://schemas.microsoft.com/office/drawing/2014/main" id="{58DB5DFE-5FB5-43C0-A411-A14E2855B319}"/>
              </a:ext>
            </a:extLst>
          </p:cNvPr>
          <p:cNvSpPr>
            <a:spLocks xmlns:a="http://schemas.openxmlformats.org/drawingml/2006/main" noGrp="1"/>
          </p:cNvSpPr>
          <p:nvPr/>
        </p:nvSpPr>
        <p:spPr>
          <a:xfrm xmlns:a="http://schemas.openxmlformats.org/drawingml/2006/main">
            <a:off x="2114550" y="42672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500" b="1">
                <a:solidFill>
                  <a:srgbClr val="F4B94F"/>
                </a:solidFill>
                <a:latin typeface="Cascadia Mono"/>
                <a:ea typeface="Cascadia Mono"/>
                <a:cs typeface="Cascadia Mono"/>
              </a:defRPr>
            </a:pPr>
            <a:r>
              <a:rPr sz="1500" b="1">
                <a:solidFill>
                  <a:srgbClr val="F4B94F"/>
                </a:solidFill>
                <a:latin typeface="Cascadia Mono"/>
                <a:ea typeface="Cascadia Mono"/>
                <a:cs typeface="Cascadia Mono"/>
              </a:rPr>
              <a:t>Airflow</a:t>
            </a:r>
          </a:p>
        </p:txBody>
      </p:sp>
      <p:sp>
        <p:nvSpPr>
          <p:cNvPr id="39" name="">
            <a:extLst xmlns:a="http://schemas.openxmlformats.org/drawingml/2006/main">
              <a:ext uri="{FF2B5EF4-FFF2-40B4-BE49-F238E27FC236}">
                <a16:creationId xmlns:a16="http://schemas.microsoft.com/office/drawing/2014/main" id="{23135572-FAA6-45E7-A8B5-CD19BD1CFAA6}"/>
              </a:ext>
            </a:extLst>
          </p:cNvPr>
          <p:cNvSpPr>
            <a:spLocks xmlns:a="http://schemas.openxmlformats.org/drawingml/2006/main" noGrp="1"/>
          </p:cNvSpPr>
          <p:nvPr/>
        </p:nvSpPr>
        <p:spPr>
          <a:xfrm xmlns:a="http://schemas.openxmlformats.org/drawingml/2006/main">
            <a:off x="1524000" y="4629150"/>
            <a:ext cx="2590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350" b="0">
                <a:solidFill>
                  <a:srgbClr val="9AB1C5"/>
                </a:solidFill>
                <a:latin typeface="Segoe UI"/>
                <a:ea typeface="Segoe UI"/>
                <a:cs typeface="Segoe UI"/>
              </a:defRPr>
            </a:pPr>
            <a:r>
              <a:rPr sz="1350" b="0">
                <a:solidFill>
                  <a:srgbClr val="9AB1C5"/>
                </a:solidFill>
                <a:latin typeface="Segoe UI"/>
                <a:ea typeface="Segoe UI"/>
                <a:cs typeface="Segoe UI"/>
              </a:rPr>
              <a:t>‏מתזמן עבודות תחומות בלבד</a:t>
            </a:r>
          </a:p>
        </p:txBody>
      </p:sp>
      <p:sp>
        <p:nvSpPr>
          <p:cNvPr id="40" name="">
            <a:extLst xmlns:a="http://schemas.openxmlformats.org/drawingml/2006/main">
              <a:ext uri="{FF2B5EF4-FFF2-40B4-BE49-F238E27FC236}">
                <a16:creationId xmlns:a16="http://schemas.microsoft.com/office/drawing/2014/main" id="{93C2B9D5-DF61-43AC-B339-87EAFEA52A0A}"/>
              </a:ext>
            </a:extLst>
          </p:cNvPr>
          <p:cNvSpPr>
            <a:spLocks xmlns:a="http://schemas.openxmlformats.org/drawingml/2006/main" noGrp="1"/>
          </p:cNvSpPr>
          <p:nvPr/>
        </p:nvSpPr>
        <p:spPr>
          <a:xfrm xmlns:a="http://schemas.openxmlformats.org/drawingml/2006/main">
            <a:off x="590550" y="3352800"/>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425" b="1">
                <a:solidFill>
                  <a:srgbClr val="35D4B5"/>
                </a:solidFill>
                <a:latin typeface="Segoe UI"/>
                <a:ea typeface="Segoe UI"/>
                <a:cs typeface="Segoe UI"/>
              </a:defRPr>
            </a:pPr>
            <a:r>
              <a:rPr sz="1425" b="1">
                <a:solidFill>
                  <a:srgbClr val="35D4B5"/>
                </a:solidFill>
                <a:latin typeface="Segoe UI"/>
                <a:ea typeface="Segoe UI"/>
                <a:cs typeface="Segoe UI"/>
              </a:rPr>
              <a:t>‏הדפדפן מדבר רק עם ה־⁦API⁩</a:t>
            </a:r>
          </a:p>
        </p:txBody>
      </p:sp>
    </p:spTree>
    <p:extLst>
      <p:ext uri="{BB962C8B-B14F-4D97-AF65-F5344CB8AC3E}">
        <p14:creationId xmlns:p14="http://schemas.microsoft.com/office/powerpoint/2010/main" val="1604421039"/>
      </p:ext>
    </p:extLst>
  </p:cSld>
</p:sld>
</file>

<file path=ppt/slides/slide5.xml><?xml version="1.0" encoding="utf-8"?>
<p:sld xmlns:p="http://schemas.openxmlformats.org/presentationml/2006/main">
  <p:cSld>
    <p:bg>
      <p:bgPr>
        <a:solidFill xmlns:a="http://schemas.openxmlformats.org/drawingml/2006/main">
          <a:srgbClr val="F4F1E9"/>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916153E4-021C-4CE1-A456-3CE1FF937C3E}"/>
              </a:ext>
            </a:extLst>
          </p:cNvPr>
          <p:cNvSpPr>
            <a:spLocks xmlns:a="http://schemas.openxmlformats.org/drawingml/2006/main" noGrp="1"/>
          </p:cNvSpPr>
          <p:nvPr/>
        </p:nvSpPr>
        <p:spPr>
          <a:xfrm xmlns:a="http://schemas.openxmlformats.org/drawingml/2006/main">
            <a:off x="609600" y="361950"/>
            <a:ext cx="400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75" b="1">
                <a:solidFill>
                  <a:srgbClr val="117C70"/>
                </a:solidFill>
                <a:latin typeface="Cascadia Mono"/>
                <a:ea typeface="Cascadia Mono"/>
                <a:cs typeface="Cascadia Mono"/>
              </a:defRPr>
            </a:pPr>
            <a:r>
              <a:rPr sz="975" b="1">
                <a:solidFill>
                  <a:srgbClr val="117C70"/>
                </a:solidFill>
                <a:latin typeface="Cascadia Mono"/>
                <a:ea typeface="Cascadia Mono"/>
                <a:cs typeface="Cascadia Mono"/>
              </a:rPr>
              <a:t>LIVE VS CERTIFIED</a:t>
            </a:r>
          </a:p>
        </p:txBody>
      </p:sp>
      <p:sp>
        <p:nvSpPr>
          <p:cNvPr id="2" name="">
            <a:extLst xmlns:a="http://schemas.openxmlformats.org/drawingml/2006/main">
              <a:ext uri="{FF2B5EF4-FFF2-40B4-BE49-F238E27FC236}">
                <a16:creationId xmlns:a16="http://schemas.microsoft.com/office/drawing/2014/main" id="{8ACCE742-6780-4145-BCB8-40515C84A4D6}"/>
              </a:ext>
            </a:extLst>
          </p:cNvPr>
          <p:cNvSpPr>
            <a:spLocks xmlns:a="http://schemas.openxmlformats.org/drawingml/2006/main" noGrp="1"/>
          </p:cNvSpPr>
          <p:nvPr/>
        </p:nvSpPr>
        <p:spPr>
          <a:xfrm xmlns:a="http://schemas.openxmlformats.org/drawingml/2006/main">
            <a:off x="5810250" y="361950"/>
            <a:ext cx="5772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3000" b="1">
                <a:solidFill>
                  <a:srgbClr val="091827"/>
                </a:solidFill>
                <a:latin typeface="Segoe UI"/>
                <a:ea typeface="Segoe UI"/>
                <a:cs typeface="Segoe UI"/>
              </a:defRPr>
            </a:pPr>
            <a:r>
              <a:rPr sz="3000" b="1">
                <a:solidFill>
                  <a:srgbClr val="091827"/>
                </a:solidFill>
                <a:latin typeface="Segoe UI"/>
                <a:ea typeface="Segoe UI"/>
                <a:cs typeface="Segoe UI"/>
              </a:rPr>
              <a:t>‏שני מסלולים, שתי הבטחות</a:t>
            </a:r>
          </a:p>
        </p:txBody>
      </p:sp>
      <p:sp>
        <p:nvSpPr>
          <p:cNvPr id="3" name="">
            <a:extLst xmlns:a="http://schemas.openxmlformats.org/drawingml/2006/main">
              <a:ext uri="{FF2B5EF4-FFF2-40B4-BE49-F238E27FC236}">
                <a16:creationId xmlns:a16="http://schemas.microsoft.com/office/drawing/2014/main" id="{A4897D1C-12E8-4D17-940E-3CF47455D3BD}"/>
              </a:ext>
            </a:extLst>
          </p:cNvPr>
          <p:cNvSpPr>
            <a:spLocks xmlns:a="http://schemas.openxmlformats.org/drawingml/2006/main" noGrp="1"/>
          </p:cNvSpPr>
          <p:nvPr/>
        </p:nvSpPr>
        <p:spPr>
          <a:xfrm xmlns:a="http://schemas.openxmlformats.org/drawingml/2006/main">
            <a:off x="495300" y="6438900"/>
            <a:ext cx="3429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25" b="1">
                <a:solidFill>
                  <a:srgbClr val="5B6B78"/>
                </a:solidFill>
                <a:latin typeface="Cascadia Mono"/>
                <a:ea typeface="Cascadia Mono"/>
                <a:cs typeface="Cascadia Mono"/>
              </a:defRPr>
            </a:pPr>
            <a:r>
              <a:rPr sz="825" b="1">
                <a:solidFill>
                  <a:srgbClr val="5B6B78"/>
                </a:solidFill>
                <a:latin typeface="Cascadia Mono"/>
                <a:ea typeface="Cascadia Mono"/>
                <a:cs typeface="Cascadia Mono"/>
              </a:rPr>
              <a:t>05</a:t>
            </a:r>
          </a:p>
        </p:txBody>
      </p:sp>
      <p:sp>
        <p:nvSpPr>
          <p:cNvPr id="4" name="">
            <a:extLst xmlns:a="http://schemas.openxmlformats.org/drawingml/2006/main">
              <a:ext uri="{FF2B5EF4-FFF2-40B4-BE49-F238E27FC236}">
                <a16:creationId xmlns:a16="http://schemas.microsoft.com/office/drawing/2014/main" id="{B5025E4B-BC85-40DE-AEAD-99CA7F8E343C}"/>
              </a:ext>
            </a:extLst>
          </p:cNvPr>
          <p:cNvSpPr>
            <a:spLocks xmlns:a="http://schemas.openxmlformats.org/drawingml/2006/main" noGrp="1"/>
          </p:cNvSpPr>
          <p:nvPr/>
        </p:nvSpPr>
        <p:spPr>
          <a:xfrm xmlns:a="http://schemas.openxmlformats.org/drawingml/2006/main">
            <a:off x="914400" y="6534150"/>
            <a:ext cx="10744200" cy="0"/>
          </a:xfrm>
          <a:prstGeom xmlns:a="http://schemas.openxmlformats.org/drawingml/2006/main" prst="line">
            <a:avLst/>
          </a:prstGeom>
          <a:noFill xmlns:a="http://schemas.openxmlformats.org/drawingml/2006/main"/>
          <a:ln xmlns:a="http://schemas.openxmlformats.org/drawingml/2006/main" w="9525">
            <a:solidFill>
              <a:srgbClr val="C9D2D8"/>
            </a:solidFill>
            <a:prstDash val="solid"/>
          </a:ln>
        </p:spPr>
      </p:sp>
      <p:sp>
        <p:nvSpPr>
          <p:cNvPr id="5" name="">
            <a:extLst xmlns:a="http://schemas.openxmlformats.org/drawingml/2006/main">
              <a:ext uri="{FF2B5EF4-FFF2-40B4-BE49-F238E27FC236}">
                <a16:creationId xmlns:a16="http://schemas.microsoft.com/office/drawing/2014/main" id="{00BBFC6D-8BE0-43F0-9D57-B00E0ECE651C}"/>
              </a:ext>
            </a:extLst>
          </p:cNvPr>
          <p:cNvSpPr>
            <a:spLocks xmlns:a="http://schemas.openxmlformats.org/drawingml/2006/main" noGrp="1"/>
          </p:cNvSpPr>
          <p:nvPr/>
        </p:nvSpPr>
        <p:spPr>
          <a:xfrm xmlns:a="http://schemas.openxmlformats.org/drawingml/2006/main">
            <a:off x="8953500" y="13525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2250" b="1">
                <a:solidFill>
                  <a:srgbClr val="117C70"/>
                </a:solidFill>
                <a:latin typeface="Segoe UI"/>
                <a:ea typeface="Segoe UI"/>
                <a:cs typeface="Segoe UI"/>
              </a:defRPr>
            </a:pPr>
            <a:r>
              <a:rPr sz="2250" b="1">
                <a:solidFill>
                  <a:srgbClr val="117C70"/>
                </a:solidFill>
                <a:latin typeface="Segoe UI"/>
                <a:ea typeface="Segoe UI"/>
                <a:cs typeface="Segoe UI"/>
              </a:rPr>
              <a:t>‏מהיר עכשיו</a:t>
            </a:r>
          </a:p>
        </p:txBody>
      </p:sp>
      <p:sp>
        <p:nvSpPr>
          <p:cNvPr id="6" name="">
            <a:extLst xmlns:a="http://schemas.openxmlformats.org/drawingml/2006/main">
              <a:ext uri="{FF2B5EF4-FFF2-40B4-BE49-F238E27FC236}">
                <a16:creationId xmlns:a16="http://schemas.microsoft.com/office/drawing/2014/main" id="{5460DB2F-C686-4140-B8C0-6D4EFE2D3F7A}"/>
              </a:ext>
            </a:extLst>
          </p:cNvPr>
          <p:cNvSpPr>
            <a:spLocks xmlns:a="http://schemas.openxmlformats.org/drawingml/2006/main" noGrp="1"/>
          </p:cNvSpPr>
          <p:nvPr/>
        </p:nvSpPr>
        <p:spPr>
          <a:xfrm xmlns:a="http://schemas.openxmlformats.org/drawingml/2006/main">
            <a:off x="6286500" y="1771650"/>
            <a:ext cx="5276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650" b="0">
                <a:solidFill>
                  <a:srgbClr val="5B6B78"/>
                </a:solidFill>
                <a:latin typeface="Segoe UI"/>
                <a:ea typeface="Segoe UI"/>
                <a:cs typeface="Segoe UI"/>
              </a:defRPr>
            </a:pPr>
            <a:r>
              <a:rPr sz="1650" b="0">
                <a:solidFill>
                  <a:srgbClr val="5B6B78"/>
                </a:solidFill>
                <a:latin typeface="Segoe UI"/>
                <a:ea typeface="Segoe UI"/>
                <a:cs typeface="Segoe UI"/>
              </a:rPr>
              <a:t>‏המסלול החי מספק תמונת מצב בזמן שהשוק פעיל</a:t>
            </a:r>
          </a:p>
        </p:txBody>
      </p:sp>
      <p:sp>
        <p:nvSpPr>
          <p:cNvPr id="7" name="">
            <a:extLst xmlns:a="http://schemas.openxmlformats.org/drawingml/2006/main">
              <a:ext uri="{FF2B5EF4-FFF2-40B4-BE49-F238E27FC236}">
                <a16:creationId xmlns:a16="http://schemas.microsoft.com/office/drawing/2014/main" id="{5496BEE2-AEF0-49B6-A15D-296845C4FD1F}"/>
              </a:ext>
            </a:extLst>
          </p:cNvPr>
          <p:cNvSpPr>
            <a:spLocks xmlns:a="http://schemas.openxmlformats.org/drawingml/2006/main" noGrp="1"/>
          </p:cNvSpPr>
          <p:nvPr/>
        </p:nvSpPr>
        <p:spPr>
          <a:xfrm xmlns:a="http://schemas.openxmlformats.org/drawingml/2006/main">
            <a:off x="685800" y="2247900"/>
            <a:ext cx="2238375"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14288">
            <a:solidFill>
              <a:srgbClr val="35D4B5"/>
            </a:solidFill>
            <a:prstDash val="solid"/>
          </a:ln>
        </p:spPr>
      </p:sp>
      <p:sp>
        <p:nvSpPr>
          <p:cNvPr id="8" name="">
            <a:extLst xmlns:a="http://schemas.openxmlformats.org/drawingml/2006/main">
              <a:ext uri="{FF2B5EF4-FFF2-40B4-BE49-F238E27FC236}">
                <a16:creationId xmlns:a16="http://schemas.microsoft.com/office/drawing/2014/main" id="{B2C69E0B-A9B5-413A-B38F-E409068DDA51}"/>
              </a:ext>
            </a:extLst>
          </p:cNvPr>
          <p:cNvSpPr>
            <a:spLocks xmlns:a="http://schemas.openxmlformats.org/drawingml/2006/main" noGrp="1"/>
          </p:cNvSpPr>
          <p:nvPr/>
        </p:nvSpPr>
        <p:spPr>
          <a:xfrm xmlns:a="http://schemas.openxmlformats.org/drawingml/2006/main">
            <a:off x="781050" y="2409825"/>
            <a:ext cx="2047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425" b="1">
                <a:solidFill>
                  <a:srgbClr val="091827"/>
                </a:solidFill>
                <a:latin typeface="Cascadia Mono"/>
                <a:ea typeface="Cascadia Mono"/>
                <a:cs typeface="Cascadia Mono"/>
              </a:defRPr>
            </a:pPr>
            <a:r>
              <a:rPr sz="1425" b="1">
                <a:solidFill>
                  <a:srgbClr val="091827"/>
                </a:solidFill>
                <a:latin typeface="Cascadia Mono"/>
                <a:ea typeface="Cascadia Mono"/>
                <a:cs typeface="Cascadia Mono"/>
              </a:rPr>
              <a:t>Gold PROVISIONAL</a:t>
            </a:r>
          </a:p>
        </p:txBody>
      </p:sp>
      <p:sp>
        <p:nvSpPr>
          <p:cNvPr id="9" name="">
            <a:extLst xmlns:a="http://schemas.openxmlformats.org/drawingml/2006/main">
              <a:ext uri="{FF2B5EF4-FFF2-40B4-BE49-F238E27FC236}">
                <a16:creationId xmlns:a16="http://schemas.microsoft.com/office/drawing/2014/main" id="{A0220F7E-F081-4368-84D8-28D4107226A7}"/>
              </a:ext>
            </a:extLst>
          </p:cNvPr>
          <p:cNvSpPr>
            <a:spLocks xmlns:a="http://schemas.openxmlformats.org/drawingml/2006/main" noGrp="1"/>
          </p:cNvSpPr>
          <p:nvPr/>
        </p:nvSpPr>
        <p:spPr>
          <a:xfrm xmlns:a="http://schemas.openxmlformats.org/drawingml/2006/main">
            <a:off x="762000" y="2724150"/>
            <a:ext cx="20859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a:solidFill>
                  <a:srgbClr val="5B6B78"/>
                </a:solidFill>
                <a:latin typeface="Segoe UI"/>
                <a:ea typeface="Segoe UI"/>
                <a:cs typeface="Segoe UI"/>
              </a:defRPr>
            </a:pPr>
            <a:r>
              <a:rPr sz="1125" b="0">
                <a:solidFill>
                  <a:srgbClr val="5B6B78"/>
                </a:solidFill>
                <a:latin typeface="Segoe UI"/>
                <a:ea typeface="Segoe UI"/>
                <a:cs typeface="Segoe UI"/>
              </a:rPr>
              <a:t>‏מוכן לתצוגה</a:t>
            </a:r>
          </a:p>
        </p:txBody>
      </p:sp>
      <p:sp>
        <p:nvSpPr>
          <p:cNvPr id="10" name="">
            <a:extLst xmlns:a="http://schemas.openxmlformats.org/drawingml/2006/main">
              <a:ext uri="{FF2B5EF4-FFF2-40B4-BE49-F238E27FC236}">
                <a16:creationId xmlns:a16="http://schemas.microsoft.com/office/drawing/2014/main" id="{06F9629F-5919-4F50-8EFF-067F6A565DB0}"/>
              </a:ext>
            </a:extLst>
          </p:cNvPr>
          <p:cNvSpPr>
            <a:spLocks xmlns:a="http://schemas.openxmlformats.org/drawingml/2006/main" noGrp="1"/>
          </p:cNvSpPr>
          <p:nvPr/>
        </p:nvSpPr>
        <p:spPr>
          <a:xfrm xmlns:a="http://schemas.openxmlformats.org/drawingml/2006/main">
            <a:off x="3419475" y="2247900"/>
            <a:ext cx="2238375"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14288">
            <a:solidFill>
              <a:srgbClr val="35D4B5"/>
            </a:solidFill>
            <a:prstDash val="solid"/>
          </a:ln>
        </p:spPr>
      </p:sp>
      <p:sp>
        <p:nvSpPr>
          <p:cNvPr id="11" name="">
            <a:extLst xmlns:a="http://schemas.openxmlformats.org/drawingml/2006/main">
              <a:ext uri="{FF2B5EF4-FFF2-40B4-BE49-F238E27FC236}">
                <a16:creationId xmlns:a16="http://schemas.microsoft.com/office/drawing/2014/main" id="{CBD1B493-7C15-4BA9-9912-D6926A2438C3}"/>
              </a:ext>
            </a:extLst>
          </p:cNvPr>
          <p:cNvSpPr>
            <a:spLocks xmlns:a="http://schemas.openxmlformats.org/drawingml/2006/main" noGrp="1"/>
          </p:cNvSpPr>
          <p:nvPr/>
        </p:nvSpPr>
        <p:spPr>
          <a:xfrm xmlns:a="http://schemas.openxmlformats.org/drawingml/2006/main">
            <a:off x="3514725" y="2409825"/>
            <a:ext cx="2047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425" b="1">
                <a:solidFill>
                  <a:srgbClr val="091827"/>
                </a:solidFill>
                <a:latin typeface="Cascadia Mono"/>
                <a:ea typeface="Cascadia Mono"/>
                <a:cs typeface="Cascadia Mono"/>
              </a:defRPr>
            </a:pPr>
            <a:r>
              <a:rPr sz="1425" b="1">
                <a:solidFill>
                  <a:srgbClr val="091827"/>
                </a:solidFill>
                <a:latin typeface="Cascadia Mono"/>
                <a:ea typeface="Cascadia Mono"/>
                <a:cs typeface="Cascadia Mono"/>
              </a:rPr>
              <a:t>Spark Streaming</a:t>
            </a:r>
          </a:p>
        </p:txBody>
      </p:sp>
      <p:sp>
        <p:nvSpPr>
          <p:cNvPr id="12" name="">
            <a:extLst xmlns:a="http://schemas.openxmlformats.org/drawingml/2006/main">
              <a:ext uri="{FF2B5EF4-FFF2-40B4-BE49-F238E27FC236}">
                <a16:creationId xmlns:a16="http://schemas.microsoft.com/office/drawing/2014/main" id="{66C9825C-5FD1-42A2-AF88-4FC84DC0AFF8}"/>
              </a:ext>
            </a:extLst>
          </p:cNvPr>
          <p:cNvSpPr>
            <a:spLocks xmlns:a="http://schemas.openxmlformats.org/drawingml/2006/main" noGrp="1"/>
          </p:cNvSpPr>
          <p:nvPr/>
        </p:nvSpPr>
        <p:spPr>
          <a:xfrm xmlns:a="http://schemas.openxmlformats.org/drawingml/2006/main">
            <a:off x="3495675" y="2724150"/>
            <a:ext cx="20859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a:solidFill>
                  <a:srgbClr val="5B6B78"/>
                </a:solidFill>
                <a:latin typeface="Segoe UI"/>
                <a:ea typeface="Segoe UI"/>
                <a:cs typeface="Segoe UI"/>
              </a:defRPr>
            </a:pPr>
            <a:r>
              <a:rPr sz="1125" b="0">
                <a:solidFill>
                  <a:srgbClr val="5B6B78"/>
                </a:solidFill>
                <a:latin typeface="Segoe UI"/>
                <a:ea typeface="Segoe UI"/>
                <a:cs typeface="Segoe UI"/>
              </a:rPr>
              <a:t>‏</a:t>
            </a:r>
          </a:p>
        </p:txBody>
      </p:sp>
      <p:sp>
        <p:nvSpPr>
          <p:cNvPr id="13" name="">
            <a:extLst xmlns:a="http://schemas.openxmlformats.org/drawingml/2006/main">
              <a:ext uri="{FF2B5EF4-FFF2-40B4-BE49-F238E27FC236}">
                <a16:creationId xmlns:a16="http://schemas.microsoft.com/office/drawing/2014/main" id="{0877873A-AFC4-4776-98DA-BE94E80EA1F7}"/>
              </a:ext>
            </a:extLst>
          </p:cNvPr>
          <p:cNvSpPr>
            <a:spLocks xmlns:a="http://schemas.openxmlformats.org/drawingml/2006/main" noGrp="1"/>
          </p:cNvSpPr>
          <p:nvPr/>
        </p:nvSpPr>
        <p:spPr>
          <a:xfrm xmlns:a="http://schemas.openxmlformats.org/drawingml/2006/main">
            <a:off x="6153150" y="2247900"/>
            <a:ext cx="2238375"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14288">
            <a:solidFill>
              <a:srgbClr val="35D4B5"/>
            </a:solidFill>
            <a:prstDash val="solid"/>
          </a:ln>
        </p:spPr>
      </p:sp>
      <p:sp>
        <p:nvSpPr>
          <p:cNvPr id="14" name="">
            <a:extLst xmlns:a="http://schemas.openxmlformats.org/drawingml/2006/main">
              <a:ext uri="{FF2B5EF4-FFF2-40B4-BE49-F238E27FC236}">
                <a16:creationId xmlns:a16="http://schemas.microsoft.com/office/drawing/2014/main" id="{EB9793AC-7670-4D19-8D2E-59F915FE61CA}"/>
              </a:ext>
            </a:extLst>
          </p:cNvPr>
          <p:cNvSpPr>
            <a:spLocks xmlns:a="http://schemas.openxmlformats.org/drawingml/2006/main" noGrp="1"/>
          </p:cNvSpPr>
          <p:nvPr/>
        </p:nvSpPr>
        <p:spPr>
          <a:xfrm xmlns:a="http://schemas.openxmlformats.org/drawingml/2006/main">
            <a:off x="6248400" y="2409825"/>
            <a:ext cx="2047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425" b="1">
                <a:solidFill>
                  <a:srgbClr val="091827"/>
                </a:solidFill>
                <a:latin typeface="Cascadia Mono"/>
                <a:ea typeface="Cascadia Mono"/>
                <a:cs typeface="Cascadia Mono"/>
              </a:defRPr>
            </a:pPr>
            <a:r>
              <a:rPr sz="1425" b="1">
                <a:solidFill>
                  <a:srgbClr val="091827"/>
                </a:solidFill>
                <a:latin typeface="Cascadia Mono"/>
                <a:ea typeface="Cascadia Mono"/>
                <a:cs typeface="Cascadia Mono"/>
              </a:rPr>
              <a:t>Kafka</a:t>
            </a:r>
          </a:p>
        </p:txBody>
      </p:sp>
      <p:sp>
        <p:nvSpPr>
          <p:cNvPr id="15" name="">
            <a:extLst xmlns:a="http://schemas.openxmlformats.org/drawingml/2006/main">
              <a:ext uri="{FF2B5EF4-FFF2-40B4-BE49-F238E27FC236}">
                <a16:creationId xmlns:a16="http://schemas.microsoft.com/office/drawing/2014/main" id="{19505A27-4059-47A9-B0E0-B06EC0AA86C7}"/>
              </a:ext>
            </a:extLst>
          </p:cNvPr>
          <p:cNvSpPr>
            <a:spLocks xmlns:a="http://schemas.openxmlformats.org/drawingml/2006/main" noGrp="1"/>
          </p:cNvSpPr>
          <p:nvPr/>
        </p:nvSpPr>
        <p:spPr>
          <a:xfrm xmlns:a="http://schemas.openxmlformats.org/drawingml/2006/main">
            <a:off x="6229350" y="2724150"/>
            <a:ext cx="20859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a:solidFill>
                  <a:srgbClr val="5B6B78"/>
                </a:solidFill>
                <a:latin typeface="Segoe UI"/>
                <a:ea typeface="Segoe UI"/>
                <a:cs typeface="Segoe UI"/>
              </a:defRPr>
            </a:pPr>
            <a:r>
              <a:rPr sz="1125" b="0">
                <a:solidFill>
                  <a:srgbClr val="5B6B78"/>
                </a:solidFill>
                <a:latin typeface="Segoe UI"/>
                <a:ea typeface="Segoe UI"/>
                <a:cs typeface="Segoe UI"/>
              </a:rPr>
              <a:t>‏</a:t>
            </a:r>
          </a:p>
        </p:txBody>
      </p:sp>
      <p:sp>
        <p:nvSpPr>
          <p:cNvPr id="16" name="">
            <a:extLst xmlns:a="http://schemas.openxmlformats.org/drawingml/2006/main">
              <a:ext uri="{FF2B5EF4-FFF2-40B4-BE49-F238E27FC236}">
                <a16:creationId xmlns:a16="http://schemas.microsoft.com/office/drawing/2014/main" id="{A179BDAE-306C-4C62-9D28-DE7B2753B224}"/>
              </a:ext>
            </a:extLst>
          </p:cNvPr>
          <p:cNvSpPr>
            <a:spLocks xmlns:a="http://schemas.openxmlformats.org/drawingml/2006/main" noGrp="1"/>
          </p:cNvSpPr>
          <p:nvPr/>
        </p:nvSpPr>
        <p:spPr>
          <a:xfrm xmlns:a="http://schemas.openxmlformats.org/drawingml/2006/main">
            <a:off x="8886825" y="2247900"/>
            <a:ext cx="2238375"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14288">
            <a:solidFill>
              <a:srgbClr val="35D4B5"/>
            </a:solidFill>
            <a:prstDash val="solid"/>
          </a:ln>
        </p:spPr>
      </p:sp>
      <p:sp>
        <p:nvSpPr>
          <p:cNvPr id="17" name="">
            <a:extLst xmlns:a="http://schemas.openxmlformats.org/drawingml/2006/main">
              <a:ext uri="{FF2B5EF4-FFF2-40B4-BE49-F238E27FC236}">
                <a16:creationId xmlns:a16="http://schemas.microsoft.com/office/drawing/2014/main" id="{4C6740CF-B479-4A94-97AF-575D5A9B8A93}"/>
              </a:ext>
            </a:extLst>
          </p:cNvPr>
          <p:cNvSpPr>
            <a:spLocks xmlns:a="http://schemas.openxmlformats.org/drawingml/2006/main" noGrp="1"/>
          </p:cNvSpPr>
          <p:nvPr/>
        </p:nvSpPr>
        <p:spPr>
          <a:xfrm xmlns:a="http://schemas.openxmlformats.org/drawingml/2006/main">
            <a:off x="8982075" y="2409825"/>
            <a:ext cx="2047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425" b="1">
                <a:solidFill>
                  <a:srgbClr val="091827"/>
                </a:solidFill>
                <a:latin typeface="Cascadia Mono"/>
                <a:ea typeface="Cascadia Mono"/>
                <a:cs typeface="Cascadia Mono"/>
              </a:defRPr>
            </a:pPr>
            <a:r>
              <a:rPr sz="1425" b="1">
                <a:solidFill>
                  <a:srgbClr val="091827"/>
                </a:solidFill>
                <a:latin typeface="Cascadia Mono"/>
                <a:ea typeface="Cascadia Mono"/>
                <a:cs typeface="Cascadia Mono"/>
              </a:rPr>
              <a:t>Alpaca</a:t>
            </a:r>
          </a:p>
        </p:txBody>
      </p:sp>
      <p:sp>
        <p:nvSpPr>
          <p:cNvPr id="18" name="">
            <a:extLst xmlns:a="http://schemas.openxmlformats.org/drawingml/2006/main">
              <a:ext uri="{FF2B5EF4-FFF2-40B4-BE49-F238E27FC236}">
                <a16:creationId xmlns:a16="http://schemas.microsoft.com/office/drawing/2014/main" id="{CF4E0DA1-A9B0-4F14-8EFC-A68A4979183F}"/>
              </a:ext>
            </a:extLst>
          </p:cNvPr>
          <p:cNvSpPr>
            <a:spLocks xmlns:a="http://schemas.openxmlformats.org/drawingml/2006/main" noGrp="1"/>
          </p:cNvSpPr>
          <p:nvPr/>
        </p:nvSpPr>
        <p:spPr>
          <a:xfrm xmlns:a="http://schemas.openxmlformats.org/drawingml/2006/main">
            <a:off x="8963025" y="2724150"/>
            <a:ext cx="20859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a:solidFill>
                  <a:srgbClr val="5B6B78"/>
                </a:solidFill>
                <a:latin typeface="Segoe UI"/>
                <a:ea typeface="Segoe UI"/>
                <a:cs typeface="Segoe UI"/>
              </a:defRPr>
            </a:pPr>
            <a:r>
              <a:rPr sz="1125" b="0">
                <a:solidFill>
                  <a:srgbClr val="5B6B78"/>
                </a:solidFill>
                <a:latin typeface="Segoe UI"/>
                <a:ea typeface="Segoe UI"/>
                <a:cs typeface="Segoe UI"/>
              </a:rPr>
              <a:t>‏</a:t>
            </a:r>
          </a:p>
        </p:txBody>
      </p:sp>
      <p:cxnSp>
        <p:nvCxnSpPr>
          <p:cNvPr id="64" name=""/>
          <p:cNvCxnSpPr>
            <a:stCxn xmlns:a="http://schemas.openxmlformats.org/drawingml/2006/main" id="16" idx="1"/>
            <a:endCxn xmlns:a="http://schemas.openxmlformats.org/drawingml/2006/main" id="13" idx="3"/>
          </p:cNvCxnSpPr>
          <p:nvPr/>
        </p:nvCxnSpPr>
        <p:spPr>
          <a:xfrm xmlns:a="http://schemas.openxmlformats.org/drawingml/2006/main" flipH="1">
            <a:off x="8391525" y="2667000"/>
            <a:ext cx="495300" cy="0"/>
          </a:xfrm>
          <a:prstGeom xmlns:a="http://schemas.openxmlformats.org/drawingml/2006/main" prst="straightConnector1">
            <a:avLst/>
          </a:prstGeom>
          <a:ln xmlns:a="http://schemas.openxmlformats.org/drawingml/2006/main" w="19050">
            <a:solidFill>
              <a:srgbClr val="117C70"/>
            </a:solidFill>
            <a:prstDash val="solid"/>
            <a:tailEnd type="triangle" w="sm" len="sm"/>
          </a:ln>
        </p:spPr>
      </p:cxnSp>
      <p:cxnSp>
        <p:nvCxnSpPr>
          <p:cNvPr id="65" name=""/>
          <p:cNvCxnSpPr>
            <a:stCxn xmlns:a="http://schemas.openxmlformats.org/drawingml/2006/main" id="13" idx="1"/>
            <a:endCxn xmlns:a="http://schemas.openxmlformats.org/drawingml/2006/main" id="10" idx="3"/>
          </p:cNvCxnSpPr>
          <p:nvPr/>
        </p:nvCxnSpPr>
        <p:spPr>
          <a:xfrm xmlns:a="http://schemas.openxmlformats.org/drawingml/2006/main" flipH="1">
            <a:off x="5657850" y="2667000"/>
            <a:ext cx="495300" cy="0"/>
          </a:xfrm>
          <a:prstGeom xmlns:a="http://schemas.openxmlformats.org/drawingml/2006/main" prst="straightConnector1">
            <a:avLst/>
          </a:prstGeom>
          <a:ln xmlns:a="http://schemas.openxmlformats.org/drawingml/2006/main" w="19050">
            <a:solidFill>
              <a:srgbClr val="117C70"/>
            </a:solidFill>
            <a:prstDash val="solid"/>
            <a:tailEnd type="triangle" w="sm" len="sm"/>
          </a:ln>
        </p:spPr>
      </p:cxnSp>
      <p:cxnSp>
        <p:nvCxnSpPr>
          <p:cNvPr id="66" name=""/>
          <p:cNvCxnSpPr>
            <a:stCxn xmlns:a="http://schemas.openxmlformats.org/drawingml/2006/main" id="10" idx="1"/>
            <a:endCxn xmlns:a="http://schemas.openxmlformats.org/drawingml/2006/main" id="7" idx="3"/>
          </p:cNvCxnSpPr>
          <p:nvPr/>
        </p:nvCxnSpPr>
        <p:spPr>
          <a:xfrm xmlns:a="http://schemas.openxmlformats.org/drawingml/2006/main" flipH="1">
            <a:off x="2924175" y="2667000"/>
            <a:ext cx="495300" cy="0"/>
          </a:xfrm>
          <a:prstGeom xmlns:a="http://schemas.openxmlformats.org/drawingml/2006/main" prst="straightConnector1">
            <a:avLst/>
          </a:prstGeom>
          <a:ln xmlns:a="http://schemas.openxmlformats.org/drawingml/2006/main" w="19050">
            <a:solidFill>
              <a:srgbClr val="117C70"/>
            </a:solidFill>
            <a:prstDash val="solid"/>
            <a:tailEnd type="triangle" w="sm" len="sm"/>
          </a:ln>
        </p:spPr>
      </p:cxnSp>
      <p:sp>
        <p:nvSpPr>
          <p:cNvPr id="22" name="">
            <a:extLst xmlns:a="http://schemas.openxmlformats.org/drawingml/2006/main">
              <a:ext uri="{FF2B5EF4-FFF2-40B4-BE49-F238E27FC236}">
                <a16:creationId xmlns:a16="http://schemas.microsoft.com/office/drawing/2014/main" id="{A3F18344-023B-4BE0-ADF0-2F79A4C42DA5}"/>
              </a:ext>
            </a:extLst>
          </p:cNvPr>
          <p:cNvSpPr>
            <a:spLocks xmlns:a="http://schemas.openxmlformats.org/drawingml/2006/main" noGrp="1"/>
          </p:cNvSpPr>
          <p:nvPr/>
        </p:nvSpPr>
        <p:spPr>
          <a:xfrm xmlns:a="http://schemas.openxmlformats.org/drawingml/2006/main">
            <a:off x="685800" y="3200400"/>
            <a:ext cx="4572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75" b="1">
                <a:solidFill>
                  <a:srgbClr val="117C70"/>
                </a:solidFill>
                <a:latin typeface="Cascadia Mono"/>
                <a:ea typeface="Cascadia Mono"/>
                <a:cs typeface="Cascadia Mono"/>
              </a:defRPr>
            </a:pPr>
            <a:r>
              <a:rPr sz="975" b="1">
                <a:solidFill>
                  <a:srgbClr val="117C70"/>
                </a:solidFill>
                <a:latin typeface="Cascadia Mono"/>
                <a:ea typeface="Cascadia Mono"/>
                <a:cs typeface="Cascadia Mono"/>
              </a:rPr>
              <a:t>DOCKER COMPOSE OWNS THE LIFECYCLE</a:t>
            </a:r>
          </a:p>
        </p:txBody>
      </p:sp>
      <p:sp>
        <p:nvSpPr>
          <p:cNvPr id="23" name="">
            <a:extLst xmlns:a="http://schemas.openxmlformats.org/drawingml/2006/main">
              <a:ext uri="{FF2B5EF4-FFF2-40B4-BE49-F238E27FC236}">
                <a16:creationId xmlns:a16="http://schemas.microsoft.com/office/drawing/2014/main" id="{F83B7042-5A68-4D62-BEE6-ECFF1B57B619}"/>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9D2D8"/>
            </a:solidFill>
            <a:prstDash val="solid"/>
          </a:ln>
        </p:spPr>
      </p:sp>
      <p:sp>
        <p:nvSpPr>
          <p:cNvPr id="24" name="">
            <a:extLst xmlns:a="http://schemas.openxmlformats.org/drawingml/2006/main">
              <a:ext uri="{FF2B5EF4-FFF2-40B4-BE49-F238E27FC236}">
                <a16:creationId xmlns:a16="http://schemas.microsoft.com/office/drawing/2014/main" id="{D7B65B1F-182F-4676-B5ED-D2E7206B671F}"/>
              </a:ext>
            </a:extLst>
          </p:cNvPr>
          <p:cNvSpPr>
            <a:spLocks xmlns:a="http://schemas.openxmlformats.org/drawingml/2006/main" noGrp="1"/>
          </p:cNvSpPr>
          <p:nvPr/>
        </p:nvSpPr>
        <p:spPr>
          <a:xfrm xmlns:a="http://schemas.openxmlformats.org/drawingml/2006/main">
            <a:off x="8210550" y="38862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2250" b="1">
                <a:solidFill>
                  <a:srgbClr val="5B91FF"/>
                </a:solidFill>
                <a:latin typeface="Segoe UI"/>
                <a:ea typeface="Segoe UI"/>
                <a:cs typeface="Segoe UI"/>
              </a:defRPr>
            </a:pPr>
            <a:r>
              <a:rPr sz="2250" b="1">
                <a:solidFill>
                  <a:srgbClr val="5B91FF"/>
                </a:solidFill>
                <a:latin typeface="Segoe UI"/>
                <a:ea typeface="Segoe UI"/>
                <a:cs typeface="Segoe UI"/>
              </a:rPr>
              <a:t>‏אמין לאחר הסגירה</a:t>
            </a:r>
          </a:p>
        </p:txBody>
      </p:sp>
      <p:sp>
        <p:nvSpPr>
          <p:cNvPr id="25" name="">
            <a:extLst xmlns:a="http://schemas.openxmlformats.org/drawingml/2006/main">
              <a:ext uri="{FF2B5EF4-FFF2-40B4-BE49-F238E27FC236}">
                <a16:creationId xmlns:a16="http://schemas.microsoft.com/office/drawing/2014/main" id="{0EE7AF1C-5A39-4E4B-B851-93799BA8A479}"/>
              </a:ext>
            </a:extLst>
          </p:cNvPr>
          <p:cNvSpPr>
            <a:spLocks xmlns:a="http://schemas.openxmlformats.org/drawingml/2006/main" noGrp="1"/>
          </p:cNvSpPr>
          <p:nvPr/>
        </p:nvSpPr>
        <p:spPr>
          <a:xfrm xmlns:a="http://schemas.openxmlformats.org/drawingml/2006/main">
            <a:off x="5391150" y="4305300"/>
            <a:ext cx="6172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650" b="0">
                <a:solidFill>
                  <a:srgbClr val="5B6B78"/>
                </a:solidFill>
                <a:latin typeface="Segoe UI"/>
                <a:ea typeface="Segoe UI"/>
                <a:cs typeface="Segoe UI"/>
              </a:defRPr>
            </a:pPr>
            <a:r>
              <a:rPr sz="1650" b="0">
                <a:solidFill>
                  <a:srgbClr val="5B6B78"/>
                </a:solidFill>
                <a:latin typeface="Segoe UI"/>
                <a:ea typeface="Segoe UI"/>
                <a:cs typeface="Segoe UI"/>
              </a:rPr>
              <a:t>‏המסלול המאושר בונה מחדש את היום מן המקור ומפעיל שערי איכות</a:t>
            </a:r>
          </a:p>
        </p:txBody>
      </p:sp>
      <p:sp>
        <p:nvSpPr>
          <p:cNvPr id="26" name="">
            <a:extLst xmlns:a="http://schemas.openxmlformats.org/drawingml/2006/main">
              <a:ext uri="{FF2B5EF4-FFF2-40B4-BE49-F238E27FC236}">
                <a16:creationId xmlns:a16="http://schemas.microsoft.com/office/drawing/2014/main" id="{80CB99CB-D68E-42B2-91B5-1CD9E7935385}"/>
              </a:ext>
            </a:extLst>
          </p:cNvPr>
          <p:cNvSpPr>
            <a:spLocks xmlns:a="http://schemas.openxmlformats.org/drawingml/2006/main" noGrp="1"/>
          </p:cNvSpPr>
          <p:nvPr/>
        </p:nvSpPr>
        <p:spPr>
          <a:xfrm xmlns:a="http://schemas.openxmlformats.org/drawingml/2006/main">
            <a:off x="609600" y="4810125"/>
            <a:ext cx="17526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14288">
            <a:solidFill>
              <a:srgbClr val="5B91FF"/>
            </a:solidFill>
            <a:prstDash val="solid"/>
          </a:ln>
        </p:spPr>
      </p:sp>
      <p:sp>
        <p:nvSpPr>
          <p:cNvPr id="27" name="">
            <a:extLst xmlns:a="http://schemas.openxmlformats.org/drawingml/2006/main">
              <a:ext uri="{FF2B5EF4-FFF2-40B4-BE49-F238E27FC236}">
                <a16:creationId xmlns:a16="http://schemas.microsoft.com/office/drawing/2014/main" id="{B03383BF-6645-48BC-B25E-0EF3CA4C47B5}"/>
              </a:ext>
            </a:extLst>
          </p:cNvPr>
          <p:cNvSpPr>
            <a:spLocks xmlns:a="http://schemas.openxmlformats.org/drawingml/2006/main" noGrp="1"/>
          </p:cNvSpPr>
          <p:nvPr/>
        </p:nvSpPr>
        <p:spPr>
          <a:xfrm xmlns:a="http://schemas.openxmlformats.org/drawingml/2006/main">
            <a:off x="704850" y="4972050"/>
            <a:ext cx="1562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425" b="1">
                <a:solidFill>
                  <a:srgbClr val="091827"/>
                </a:solidFill>
                <a:latin typeface="Cascadia Mono"/>
                <a:ea typeface="Cascadia Mono"/>
                <a:cs typeface="Cascadia Mono"/>
              </a:defRPr>
            </a:pPr>
            <a:r>
              <a:rPr sz="1425" b="1">
                <a:solidFill>
                  <a:srgbClr val="091827"/>
                </a:solidFill>
                <a:latin typeface="Cascadia Mono"/>
                <a:ea typeface="Cascadia Mono"/>
                <a:cs typeface="Cascadia Mono"/>
              </a:rPr>
              <a:t>Gold CERTIFIED</a:t>
            </a:r>
          </a:p>
        </p:txBody>
      </p:sp>
      <p:sp>
        <p:nvSpPr>
          <p:cNvPr id="28" name="">
            <a:extLst xmlns:a="http://schemas.openxmlformats.org/drawingml/2006/main">
              <a:ext uri="{FF2B5EF4-FFF2-40B4-BE49-F238E27FC236}">
                <a16:creationId xmlns:a16="http://schemas.microsoft.com/office/drawing/2014/main" id="{B2D34A72-B7C4-4111-AE6A-6797BB7CE3DE}"/>
              </a:ext>
            </a:extLst>
          </p:cNvPr>
          <p:cNvSpPr>
            <a:spLocks xmlns:a="http://schemas.openxmlformats.org/drawingml/2006/main" noGrp="1"/>
          </p:cNvSpPr>
          <p:nvPr/>
        </p:nvSpPr>
        <p:spPr>
          <a:xfrm xmlns:a="http://schemas.openxmlformats.org/drawingml/2006/main">
            <a:off x="685800" y="5286375"/>
            <a:ext cx="1600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a:solidFill>
                  <a:srgbClr val="5B6B78"/>
                </a:solidFill>
                <a:latin typeface="Segoe UI"/>
                <a:ea typeface="Segoe UI"/>
                <a:cs typeface="Segoe UI"/>
              </a:defRPr>
            </a:pPr>
            <a:r>
              <a:rPr sz="1125" b="0">
                <a:solidFill>
                  <a:srgbClr val="5B6B78"/>
                </a:solidFill>
                <a:latin typeface="Segoe UI"/>
                <a:ea typeface="Segoe UI"/>
                <a:cs typeface="Segoe UI"/>
              </a:rPr>
              <a:t>‏</a:t>
            </a:r>
          </a:p>
        </p:txBody>
      </p:sp>
      <p:sp>
        <p:nvSpPr>
          <p:cNvPr id="29" name="">
            <a:extLst xmlns:a="http://schemas.openxmlformats.org/drawingml/2006/main">
              <a:ext uri="{FF2B5EF4-FFF2-40B4-BE49-F238E27FC236}">
                <a16:creationId xmlns:a16="http://schemas.microsoft.com/office/drawing/2014/main" id="{4142D11E-145F-4835-B2C3-188B2E840852}"/>
              </a:ext>
            </a:extLst>
          </p:cNvPr>
          <p:cNvSpPr>
            <a:spLocks xmlns:a="http://schemas.openxmlformats.org/drawingml/2006/main" noGrp="1"/>
          </p:cNvSpPr>
          <p:nvPr/>
        </p:nvSpPr>
        <p:spPr>
          <a:xfrm xmlns:a="http://schemas.openxmlformats.org/drawingml/2006/main">
            <a:off x="2800350" y="4810125"/>
            <a:ext cx="17526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14288">
            <a:solidFill>
              <a:srgbClr val="5B91FF"/>
            </a:solidFill>
            <a:prstDash val="solid"/>
          </a:ln>
        </p:spPr>
      </p:sp>
      <p:sp>
        <p:nvSpPr>
          <p:cNvPr id="30" name="">
            <a:extLst xmlns:a="http://schemas.openxmlformats.org/drawingml/2006/main">
              <a:ext uri="{FF2B5EF4-FFF2-40B4-BE49-F238E27FC236}">
                <a16:creationId xmlns:a16="http://schemas.microsoft.com/office/drawing/2014/main" id="{2410074F-4E41-451B-AF4E-CA7B61EC77D1}"/>
              </a:ext>
            </a:extLst>
          </p:cNvPr>
          <p:cNvSpPr>
            <a:spLocks xmlns:a="http://schemas.openxmlformats.org/drawingml/2006/main" noGrp="1"/>
          </p:cNvSpPr>
          <p:nvPr/>
        </p:nvSpPr>
        <p:spPr>
          <a:xfrm xmlns:a="http://schemas.openxmlformats.org/drawingml/2006/main">
            <a:off x="2895600" y="4972050"/>
            <a:ext cx="1562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425" b="1">
                <a:solidFill>
                  <a:srgbClr val="091827"/>
                </a:solidFill>
                <a:latin typeface="Cascadia Mono"/>
                <a:ea typeface="Cascadia Mono"/>
                <a:cs typeface="Cascadia Mono"/>
              </a:defRPr>
            </a:pPr>
            <a:r>
              <a:rPr sz="1425" b="1">
                <a:solidFill>
                  <a:srgbClr val="091827"/>
                </a:solidFill>
                <a:latin typeface="Cascadia Mono"/>
                <a:ea typeface="Cascadia Mono"/>
                <a:cs typeface="Cascadia Mono"/>
              </a:rPr>
              <a:t>Data Quality</a:t>
            </a:r>
          </a:p>
        </p:txBody>
      </p:sp>
      <p:sp>
        <p:nvSpPr>
          <p:cNvPr id="31" name="">
            <a:extLst xmlns:a="http://schemas.openxmlformats.org/drawingml/2006/main">
              <a:ext uri="{FF2B5EF4-FFF2-40B4-BE49-F238E27FC236}">
                <a16:creationId xmlns:a16="http://schemas.microsoft.com/office/drawing/2014/main" id="{C227BC88-2560-4B96-A753-9289AB85506A}"/>
              </a:ext>
            </a:extLst>
          </p:cNvPr>
          <p:cNvSpPr>
            <a:spLocks xmlns:a="http://schemas.openxmlformats.org/drawingml/2006/main" noGrp="1"/>
          </p:cNvSpPr>
          <p:nvPr/>
        </p:nvSpPr>
        <p:spPr>
          <a:xfrm xmlns:a="http://schemas.openxmlformats.org/drawingml/2006/main">
            <a:off x="2876550" y="5286375"/>
            <a:ext cx="1600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a:solidFill>
                  <a:srgbClr val="5B6B78"/>
                </a:solidFill>
                <a:latin typeface="Segoe UI"/>
                <a:ea typeface="Segoe UI"/>
                <a:cs typeface="Segoe UI"/>
              </a:defRPr>
            </a:pPr>
            <a:r>
              <a:rPr sz="1125" b="0">
                <a:solidFill>
                  <a:srgbClr val="5B6B78"/>
                </a:solidFill>
                <a:latin typeface="Segoe UI"/>
                <a:ea typeface="Segoe UI"/>
                <a:cs typeface="Segoe UI"/>
              </a:rPr>
              <a:t>‏</a:t>
            </a:r>
          </a:p>
        </p:txBody>
      </p:sp>
      <p:sp>
        <p:nvSpPr>
          <p:cNvPr id="32" name="">
            <a:extLst xmlns:a="http://schemas.openxmlformats.org/drawingml/2006/main">
              <a:ext uri="{FF2B5EF4-FFF2-40B4-BE49-F238E27FC236}">
                <a16:creationId xmlns:a16="http://schemas.microsoft.com/office/drawing/2014/main" id="{55232CDD-AAD9-4372-84D2-E85F9DF29684}"/>
              </a:ext>
            </a:extLst>
          </p:cNvPr>
          <p:cNvSpPr>
            <a:spLocks xmlns:a="http://schemas.openxmlformats.org/drawingml/2006/main" noGrp="1"/>
          </p:cNvSpPr>
          <p:nvPr/>
        </p:nvSpPr>
        <p:spPr>
          <a:xfrm xmlns:a="http://schemas.openxmlformats.org/drawingml/2006/main">
            <a:off x="4991100" y="4810125"/>
            <a:ext cx="17526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14288">
            <a:solidFill>
              <a:srgbClr val="5B91FF"/>
            </a:solidFill>
            <a:prstDash val="solid"/>
          </a:ln>
        </p:spPr>
      </p:sp>
      <p:sp>
        <p:nvSpPr>
          <p:cNvPr id="33" name="">
            <a:extLst xmlns:a="http://schemas.openxmlformats.org/drawingml/2006/main">
              <a:ext uri="{FF2B5EF4-FFF2-40B4-BE49-F238E27FC236}">
                <a16:creationId xmlns:a16="http://schemas.microsoft.com/office/drawing/2014/main" id="{271B54B4-0296-427B-B147-7793D0923411}"/>
              </a:ext>
            </a:extLst>
          </p:cNvPr>
          <p:cNvSpPr>
            <a:spLocks xmlns:a="http://schemas.openxmlformats.org/drawingml/2006/main" noGrp="1"/>
          </p:cNvSpPr>
          <p:nvPr/>
        </p:nvSpPr>
        <p:spPr>
          <a:xfrm xmlns:a="http://schemas.openxmlformats.org/drawingml/2006/main">
            <a:off x="5086350" y="4972050"/>
            <a:ext cx="1562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425" b="1">
                <a:solidFill>
                  <a:srgbClr val="091827"/>
                </a:solidFill>
                <a:latin typeface="Cascadia Mono"/>
                <a:ea typeface="Cascadia Mono"/>
                <a:cs typeface="Cascadia Mono"/>
              </a:defRPr>
            </a:pPr>
            <a:r>
              <a:rPr sz="1425" b="1">
                <a:solidFill>
                  <a:srgbClr val="091827"/>
                </a:solidFill>
                <a:latin typeface="Cascadia Mono"/>
                <a:ea typeface="Cascadia Mono"/>
                <a:cs typeface="Cascadia Mono"/>
              </a:rPr>
              <a:t>Silver</a:t>
            </a:r>
          </a:p>
        </p:txBody>
      </p:sp>
      <p:sp>
        <p:nvSpPr>
          <p:cNvPr id="34" name="">
            <a:extLst xmlns:a="http://schemas.openxmlformats.org/drawingml/2006/main">
              <a:ext uri="{FF2B5EF4-FFF2-40B4-BE49-F238E27FC236}">
                <a16:creationId xmlns:a16="http://schemas.microsoft.com/office/drawing/2014/main" id="{A89DBE2C-D949-4B8A-8F42-22A177E104F8}"/>
              </a:ext>
            </a:extLst>
          </p:cNvPr>
          <p:cNvSpPr>
            <a:spLocks xmlns:a="http://schemas.openxmlformats.org/drawingml/2006/main" noGrp="1"/>
          </p:cNvSpPr>
          <p:nvPr/>
        </p:nvSpPr>
        <p:spPr>
          <a:xfrm xmlns:a="http://schemas.openxmlformats.org/drawingml/2006/main">
            <a:off x="5067300" y="5286375"/>
            <a:ext cx="1600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a:solidFill>
                  <a:srgbClr val="5B6B78"/>
                </a:solidFill>
                <a:latin typeface="Segoe UI"/>
                <a:ea typeface="Segoe UI"/>
                <a:cs typeface="Segoe UI"/>
              </a:defRPr>
            </a:pPr>
            <a:r>
              <a:rPr sz="1125" b="0">
                <a:solidFill>
                  <a:srgbClr val="5B6B78"/>
                </a:solidFill>
                <a:latin typeface="Segoe UI"/>
                <a:ea typeface="Segoe UI"/>
                <a:cs typeface="Segoe UI"/>
              </a:rPr>
              <a:t>‏</a:t>
            </a:r>
          </a:p>
        </p:txBody>
      </p:sp>
      <p:sp>
        <p:nvSpPr>
          <p:cNvPr id="35" name="">
            <a:extLst xmlns:a="http://schemas.openxmlformats.org/drawingml/2006/main">
              <a:ext uri="{FF2B5EF4-FFF2-40B4-BE49-F238E27FC236}">
                <a16:creationId xmlns:a16="http://schemas.microsoft.com/office/drawing/2014/main" id="{357F4A38-544C-4583-9A30-CC11F380BC2F}"/>
              </a:ext>
            </a:extLst>
          </p:cNvPr>
          <p:cNvSpPr>
            <a:spLocks xmlns:a="http://schemas.openxmlformats.org/drawingml/2006/main" noGrp="1"/>
          </p:cNvSpPr>
          <p:nvPr/>
        </p:nvSpPr>
        <p:spPr>
          <a:xfrm xmlns:a="http://schemas.openxmlformats.org/drawingml/2006/main">
            <a:off x="7181850" y="4810125"/>
            <a:ext cx="17526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14288">
            <a:solidFill>
              <a:srgbClr val="5B91FF"/>
            </a:solidFill>
            <a:prstDash val="solid"/>
          </a:ln>
        </p:spPr>
      </p:sp>
      <p:sp>
        <p:nvSpPr>
          <p:cNvPr id="36" name="">
            <a:extLst xmlns:a="http://schemas.openxmlformats.org/drawingml/2006/main">
              <a:ext uri="{FF2B5EF4-FFF2-40B4-BE49-F238E27FC236}">
                <a16:creationId xmlns:a16="http://schemas.microsoft.com/office/drawing/2014/main" id="{A8D6E8C1-AF88-472D-95DF-53F9B5F55585}"/>
              </a:ext>
            </a:extLst>
          </p:cNvPr>
          <p:cNvSpPr>
            <a:spLocks xmlns:a="http://schemas.openxmlformats.org/drawingml/2006/main" noGrp="1"/>
          </p:cNvSpPr>
          <p:nvPr/>
        </p:nvSpPr>
        <p:spPr>
          <a:xfrm xmlns:a="http://schemas.openxmlformats.org/drawingml/2006/main">
            <a:off x="7277100" y="4972050"/>
            <a:ext cx="1562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425" b="1">
                <a:solidFill>
                  <a:srgbClr val="091827"/>
                </a:solidFill>
                <a:latin typeface="Cascadia Mono"/>
                <a:ea typeface="Cascadia Mono"/>
                <a:cs typeface="Cascadia Mono"/>
              </a:defRPr>
            </a:pPr>
            <a:r>
              <a:rPr sz="1425" b="1">
                <a:solidFill>
                  <a:srgbClr val="091827"/>
                </a:solidFill>
                <a:latin typeface="Cascadia Mono"/>
                <a:ea typeface="Cascadia Mono"/>
                <a:cs typeface="Cascadia Mono"/>
              </a:rPr>
              <a:t>Spark Batch</a:t>
            </a:r>
          </a:p>
        </p:txBody>
      </p:sp>
      <p:sp>
        <p:nvSpPr>
          <p:cNvPr id="37" name="">
            <a:extLst xmlns:a="http://schemas.openxmlformats.org/drawingml/2006/main">
              <a:ext uri="{FF2B5EF4-FFF2-40B4-BE49-F238E27FC236}">
                <a16:creationId xmlns:a16="http://schemas.microsoft.com/office/drawing/2014/main" id="{0E97C13A-0A12-4A78-8BB6-713E0F199DB0}"/>
              </a:ext>
            </a:extLst>
          </p:cNvPr>
          <p:cNvSpPr>
            <a:spLocks xmlns:a="http://schemas.openxmlformats.org/drawingml/2006/main" noGrp="1"/>
          </p:cNvSpPr>
          <p:nvPr/>
        </p:nvSpPr>
        <p:spPr>
          <a:xfrm xmlns:a="http://schemas.openxmlformats.org/drawingml/2006/main">
            <a:off x="7258050" y="5286375"/>
            <a:ext cx="1600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a:solidFill>
                  <a:srgbClr val="5B6B78"/>
                </a:solidFill>
                <a:latin typeface="Segoe UI"/>
                <a:ea typeface="Segoe UI"/>
                <a:cs typeface="Segoe UI"/>
              </a:defRPr>
            </a:pPr>
            <a:r>
              <a:rPr sz="1125" b="0">
                <a:solidFill>
                  <a:srgbClr val="5B6B78"/>
                </a:solidFill>
                <a:latin typeface="Segoe UI"/>
                <a:ea typeface="Segoe UI"/>
                <a:cs typeface="Segoe UI"/>
              </a:rPr>
              <a:t>‏</a:t>
            </a:r>
          </a:p>
        </p:txBody>
      </p:sp>
      <p:sp>
        <p:nvSpPr>
          <p:cNvPr id="38" name="">
            <a:extLst xmlns:a="http://schemas.openxmlformats.org/drawingml/2006/main">
              <a:ext uri="{FF2B5EF4-FFF2-40B4-BE49-F238E27FC236}">
                <a16:creationId xmlns:a16="http://schemas.microsoft.com/office/drawing/2014/main" id="{D7808DEE-3DCA-4ED5-ABA5-4BBE810466EA}"/>
              </a:ext>
            </a:extLst>
          </p:cNvPr>
          <p:cNvSpPr>
            <a:spLocks xmlns:a="http://schemas.openxmlformats.org/drawingml/2006/main" noGrp="1"/>
          </p:cNvSpPr>
          <p:nvPr/>
        </p:nvSpPr>
        <p:spPr>
          <a:xfrm xmlns:a="http://schemas.openxmlformats.org/drawingml/2006/main">
            <a:off x="9372600" y="4810125"/>
            <a:ext cx="17526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14288">
            <a:solidFill>
              <a:srgbClr val="5B91FF"/>
            </a:solidFill>
            <a:prstDash val="solid"/>
          </a:ln>
        </p:spPr>
      </p:sp>
      <p:sp>
        <p:nvSpPr>
          <p:cNvPr id="39" name="">
            <a:extLst xmlns:a="http://schemas.openxmlformats.org/drawingml/2006/main">
              <a:ext uri="{FF2B5EF4-FFF2-40B4-BE49-F238E27FC236}">
                <a16:creationId xmlns:a16="http://schemas.microsoft.com/office/drawing/2014/main" id="{ED6924A7-DD77-4550-BB3A-75C1AA9E70C2}"/>
              </a:ext>
            </a:extLst>
          </p:cNvPr>
          <p:cNvSpPr>
            <a:spLocks xmlns:a="http://schemas.openxmlformats.org/drawingml/2006/main" noGrp="1"/>
          </p:cNvSpPr>
          <p:nvPr/>
        </p:nvSpPr>
        <p:spPr>
          <a:xfrm xmlns:a="http://schemas.openxmlformats.org/drawingml/2006/main">
            <a:off x="9467850" y="4972050"/>
            <a:ext cx="1562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1425" b="1">
                <a:solidFill>
                  <a:srgbClr val="091827"/>
                </a:solidFill>
                <a:latin typeface="Cascadia Mono"/>
                <a:ea typeface="Cascadia Mono"/>
                <a:cs typeface="Cascadia Mono"/>
              </a:defRPr>
            </a:pPr>
            <a:r>
              <a:rPr sz="1425" b="1">
                <a:solidFill>
                  <a:srgbClr val="091827"/>
                </a:solidFill>
                <a:latin typeface="Cascadia Mono"/>
                <a:ea typeface="Cascadia Mono"/>
                <a:cs typeface="Cascadia Mono"/>
              </a:rPr>
              <a:t>Bronze</a:t>
            </a:r>
          </a:p>
        </p:txBody>
      </p:sp>
      <p:sp>
        <p:nvSpPr>
          <p:cNvPr id="40" name="">
            <a:extLst xmlns:a="http://schemas.openxmlformats.org/drawingml/2006/main">
              <a:ext uri="{FF2B5EF4-FFF2-40B4-BE49-F238E27FC236}">
                <a16:creationId xmlns:a16="http://schemas.microsoft.com/office/drawing/2014/main" id="{BC657C94-9D29-43A2-BF0B-33312A053361}"/>
              </a:ext>
            </a:extLst>
          </p:cNvPr>
          <p:cNvSpPr>
            <a:spLocks xmlns:a="http://schemas.openxmlformats.org/drawingml/2006/main" noGrp="1"/>
          </p:cNvSpPr>
          <p:nvPr/>
        </p:nvSpPr>
        <p:spPr>
          <a:xfrm xmlns:a="http://schemas.openxmlformats.org/drawingml/2006/main">
            <a:off x="9448800" y="5286375"/>
            <a:ext cx="1600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a:solidFill>
                  <a:srgbClr val="5B6B78"/>
                </a:solidFill>
                <a:latin typeface="Segoe UI"/>
                <a:ea typeface="Segoe UI"/>
                <a:cs typeface="Segoe UI"/>
              </a:defRPr>
            </a:pPr>
            <a:r>
              <a:rPr sz="1125" b="0">
                <a:solidFill>
                  <a:srgbClr val="5B6B78"/>
                </a:solidFill>
                <a:latin typeface="Segoe UI"/>
                <a:ea typeface="Segoe UI"/>
                <a:cs typeface="Segoe UI"/>
              </a:rPr>
              <a:t>‏</a:t>
            </a:r>
          </a:p>
        </p:txBody>
      </p:sp>
      <p:cxnSp>
        <p:nvCxnSpPr>
          <p:cNvPr id="86" name=""/>
          <p:cNvCxnSpPr>
            <a:stCxn xmlns:a="http://schemas.openxmlformats.org/drawingml/2006/main" id="38" idx="1"/>
            <a:endCxn xmlns:a="http://schemas.openxmlformats.org/drawingml/2006/main" id="35" idx="3"/>
          </p:cNvCxnSpPr>
          <p:nvPr/>
        </p:nvCxnSpPr>
        <p:spPr>
          <a:xfrm xmlns:a="http://schemas.openxmlformats.org/drawingml/2006/main" flipH="1">
            <a:off x="8934450" y="5229225"/>
            <a:ext cx="438150" cy="0"/>
          </a:xfrm>
          <a:prstGeom xmlns:a="http://schemas.openxmlformats.org/drawingml/2006/main" prst="straightConnector1">
            <a:avLst/>
          </a:prstGeom>
          <a:ln xmlns:a="http://schemas.openxmlformats.org/drawingml/2006/main" w="19050">
            <a:solidFill>
              <a:srgbClr val="5B91FF"/>
            </a:solidFill>
            <a:prstDash val="solid"/>
            <a:tailEnd type="triangle" w="sm" len="sm"/>
          </a:ln>
        </p:spPr>
      </p:cxnSp>
      <p:cxnSp>
        <p:nvCxnSpPr>
          <p:cNvPr id="87" name=""/>
          <p:cNvCxnSpPr>
            <a:stCxn xmlns:a="http://schemas.openxmlformats.org/drawingml/2006/main" id="35" idx="1"/>
            <a:endCxn xmlns:a="http://schemas.openxmlformats.org/drawingml/2006/main" id="32" idx="3"/>
          </p:cNvCxnSpPr>
          <p:nvPr/>
        </p:nvCxnSpPr>
        <p:spPr>
          <a:xfrm xmlns:a="http://schemas.openxmlformats.org/drawingml/2006/main" flipH="1">
            <a:off x="6743700" y="5229225"/>
            <a:ext cx="438150" cy="0"/>
          </a:xfrm>
          <a:prstGeom xmlns:a="http://schemas.openxmlformats.org/drawingml/2006/main" prst="straightConnector1">
            <a:avLst/>
          </a:prstGeom>
          <a:ln xmlns:a="http://schemas.openxmlformats.org/drawingml/2006/main" w="19050">
            <a:solidFill>
              <a:srgbClr val="5B91FF"/>
            </a:solidFill>
            <a:prstDash val="solid"/>
            <a:tailEnd type="triangle" w="sm" len="sm"/>
          </a:ln>
        </p:spPr>
      </p:cxnSp>
      <p:cxnSp>
        <p:nvCxnSpPr>
          <p:cNvPr id="88" name=""/>
          <p:cNvCxnSpPr>
            <a:stCxn xmlns:a="http://schemas.openxmlformats.org/drawingml/2006/main" id="32" idx="1"/>
            <a:endCxn xmlns:a="http://schemas.openxmlformats.org/drawingml/2006/main" id="29" idx="3"/>
          </p:cNvCxnSpPr>
          <p:nvPr/>
        </p:nvCxnSpPr>
        <p:spPr>
          <a:xfrm xmlns:a="http://schemas.openxmlformats.org/drawingml/2006/main" flipH="1">
            <a:off x="4552950" y="5229225"/>
            <a:ext cx="438150" cy="0"/>
          </a:xfrm>
          <a:prstGeom xmlns:a="http://schemas.openxmlformats.org/drawingml/2006/main" prst="straightConnector1">
            <a:avLst/>
          </a:prstGeom>
          <a:ln xmlns:a="http://schemas.openxmlformats.org/drawingml/2006/main" w="19050">
            <a:solidFill>
              <a:srgbClr val="5B91FF"/>
            </a:solidFill>
            <a:prstDash val="solid"/>
            <a:tailEnd type="triangle" w="sm" len="sm"/>
          </a:ln>
        </p:spPr>
      </p:cxnSp>
      <p:cxnSp>
        <p:nvCxnSpPr>
          <p:cNvPr id="89" name=""/>
          <p:cNvCxnSpPr>
            <a:stCxn xmlns:a="http://schemas.openxmlformats.org/drawingml/2006/main" id="29" idx="1"/>
            <a:endCxn xmlns:a="http://schemas.openxmlformats.org/drawingml/2006/main" id="26" idx="3"/>
          </p:cNvCxnSpPr>
          <p:nvPr/>
        </p:nvCxnSpPr>
        <p:spPr>
          <a:xfrm xmlns:a="http://schemas.openxmlformats.org/drawingml/2006/main" flipH="1">
            <a:off x="2362200" y="5229225"/>
            <a:ext cx="438150" cy="0"/>
          </a:xfrm>
          <a:prstGeom xmlns:a="http://schemas.openxmlformats.org/drawingml/2006/main" prst="straightConnector1">
            <a:avLst/>
          </a:prstGeom>
          <a:ln xmlns:a="http://schemas.openxmlformats.org/drawingml/2006/main" w="19050">
            <a:solidFill>
              <a:srgbClr val="5B91FF"/>
            </a:solidFill>
            <a:prstDash val="solid"/>
            <a:tailEnd type="triangle" w="sm" len="sm"/>
          </a:ln>
        </p:spPr>
      </p:cxnSp>
      <p:sp>
        <p:nvSpPr>
          <p:cNvPr id="45" name="">
            <a:extLst xmlns:a="http://schemas.openxmlformats.org/drawingml/2006/main">
              <a:ext uri="{FF2B5EF4-FFF2-40B4-BE49-F238E27FC236}">
                <a16:creationId xmlns:a16="http://schemas.microsoft.com/office/drawing/2014/main" id="{57AA0634-DBD8-4BF8-88BB-8A844DF2F905}"/>
              </a:ext>
            </a:extLst>
          </p:cNvPr>
          <p:cNvSpPr>
            <a:spLocks xmlns:a="http://schemas.openxmlformats.org/drawingml/2006/main" noGrp="1"/>
          </p:cNvSpPr>
          <p:nvPr/>
        </p:nvSpPr>
        <p:spPr>
          <a:xfrm xmlns:a="http://schemas.openxmlformats.org/drawingml/2006/main">
            <a:off x="609600" y="5848350"/>
            <a:ext cx="3714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75" b="1">
                <a:solidFill>
                  <a:srgbClr val="5B91FF"/>
                </a:solidFill>
                <a:latin typeface="Cascadia Mono"/>
                <a:ea typeface="Cascadia Mono"/>
                <a:cs typeface="Cascadia Mono"/>
              </a:defRPr>
            </a:pPr>
            <a:r>
              <a:rPr sz="975" b="1">
                <a:solidFill>
                  <a:srgbClr val="5B91FF"/>
                </a:solidFill>
                <a:latin typeface="Cascadia Mono"/>
                <a:ea typeface="Cascadia Mono"/>
                <a:cs typeface="Cascadia Mono"/>
              </a:rPr>
              <a:t>AIRFLOW SCHEDULES AND MONITORS</a:t>
            </a:r>
          </a:p>
        </p:txBody>
      </p:sp>
    </p:spTree>
    <p:extLst>
      <p:ext uri="{BB962C8B-B14F-4D97-AF65-F5344CB8AC3E}">
        <p14:creationId xmlns:p14="http://schemas.microsoft.com/office/powerpoint/2010/main" val="86356794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ADA6577B-1C77-4000-87D2-F84DD27E966B}"/>
              </a:ext>
            </a:extLst>
          </p:cNvPr>
          <p:cNvSpPr>
            <a:spLocks xmlns:a="http://schemas.openxmlformats.org/drawingml/2006/main" noGrp="1"/>
          </p:cNvSpPr>
          <p:nvPr/>
        </p:nvSpPr>
        <p:spPr>
          <a:xfrm xmlns:a="http://schemas.openxmlformats.org/drawingml/2006/main">
            <a:off x="609600" y="361950"/>
            <a:ext cx="400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75" b="1">
                <a:solidFill>
                  <a:srgbClr val="117C70"/>
                </a:solidFill>
                <a:latin typeface="Cascadia Mono"/>
                <a:ea typeface="Cascadia Mono"/>
                <a:cs typeface="Cascadia Mono"/>
              </a:defRPr>
            </a:pPr>
            <a:r>
              <a:rPr sz="975" b="1">
                <a:solidFill>
                  <a:srgbClr val="117C70"/>
                </a:solidFill>
                <a:latin typeface="Cascadia Mono"/>
                <a:ea typeface="Cascadia Mono"/>
                <a:cs typeface="Cascadia Mono"/>
              </a:rPr>
              <a:t>TECHNOLOGY CHOICES</a:t>
            </a:r>
          </a:p>
        </p:txBody>
      </p:sp>
      <p:sp>
        <p:nvSpPr>
          <p:cNvPr id="2" name="">
            <a:extLst xmlns:a="http://schemas.openxmlformats.org/drawingml/2006/main">
              <a:ext uri="{FF2B5EF4-FFF2-40B4-BE49-F238E27FC236}">
                <a16:creationId xmlns:a16="http://schemas.microsoft.com/office/drawing/2014/main" id="{3FE4F066-E5BD-4ED6-91C4-F51D3F33ACEC}"/>
              </a:ext>
            </a:extLst>
          </p:cNvPr>
          <p:cNvSpPr>
            <a:spLocks xmlns:a="http://schemas.openxmlformats.org/drawingml/2006/main" noGrp="1"/>
          </p:cNvSpPr>
          <p:nvPr/>
        </p:nvSpPr>
        <p:spPr>
          <a:xfrm xmlns:a="http://schemas.openxmlformats.org/drawingml/2006/main">
            <a:off x="5810250" y="361950"/>
            <a:ext cx="5772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3000" b="1">
                <a:solidFill>
                  <a:srgbClr val="091827"/>
                </a:solidFill>
                <a:latin typeface="Segoe UI"/>
                <a:ea typeface="Segoe UI"/>
                <a:cs typeface="Segoe UI"/>
              </a:defRPr>
            </a:pPr>
            <a:r>
              <a:rPr sz="3000" b="1">
                <a:solidFill>
                  <a:srgbClr val="091827"/>
                </a:solidFill>
                <a:latin typeface="Segoe UI"/>
                <a:ea typeface="Segoe UI"/>
                <a:cs typeface="Segoe UI"/>
              </a:rPr>
              <a:t>‏בחירות טכנולוגיות עם סיבה</a:t>
            </a:r>
          </a:p>
        </p:txBody>
      </p:sp>
      <p:sp>
        <p:nvSpPr>
          <p:cNvPr id="3" name="">
            <a:extLst xmlns:a="http://schemas.openxmlformats.org/drawingml/2006/main">
              <a:ext uri="{FF2B5EF4-FFF2-40B4-BE49-F238E27FC236}">
                <a16:creationId xmlns:a16="http://schemas.microsoft.com/office/drawing/2014/main" id="{691F0425-4B8D-4A85-8FC6-1DB6754AAA42}"/>
              </a:ext>
            </a:extLst>
          </p:cNvPr>
          <p:cNvSpPr>
            <a:spLocks xmlns:a="http://schemas.openxmlformats.org/drawingml/2006/main" noGrp="1"/>
          </p:cNvSpPr>
          <p:nvPr/>
        </p:nvSpPr>
        <p:spPr>
          <a:xfrm xmlns:a="http://schemas.openxmlformats.org/drawingml/2006/main">
            <a:off x="495300" y="6438900"/>
            <a:ext cx="3429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25" b="1">
                <a:solidFill>
                  <a:srgbClr val="5B6B78"/>
                </a:solidFill>
                <a:latin typeface="Cascadia Mono"/>
                <a:ea typeface="Cascadia Mono"/>
                <a:cs typeface="Cascadia Mono"/>
              </a:defRPr>
            </a:pPr>
            <a:r>
              <a:rPr sz="825" b="1">
                <a:solidFill>
                  <a:srgbClr val="5B6B78"/>
                </a:solidFill>
                <a:latin typeface="Cascadia Mono"/>
                <a:ea typeface="Cascadia Mono"/>
                <a:cs typeface="Cascadia Mono"/>
              </a:rPr>
              <a:t>06</a:t>
            </a:r>
          </a:p>
        </p:txBody>
      </p:sp>
      <p:sp>
        <p:nvSpPr>
          <p:cNvPr id="4" name="">
            <a:extLst xmlns:a="http://schemas.openxmlformats.org/drawingml/2006/main">
              <a:ext uri="{FF2B5EF4-FFF2-40B4-BE49-F238E27FC236}">
                <a16:creationId xmlns:a16="http://schemas.microsoft.com/office/drawing/2014/main" id="{07F563C1-221B-4969-9248-A799F78FDCC8}"/>
              </a:ext>
            </a:extLst>
          </p:cNvPr>
          <p:cNvSpPr>
            <a:spLocks xmlns:a="http://schemas.openxmlformats.org/drawingml/2006/main" noGrp="1"/>
          </p:cNvSpPr>
          <p:nvPr/>
        </p:nvSpPr>
        <p:spPr>
          <a:xfrm xmlns:a="http://schemas.openxmlformats.org/drawingml/2006/main">
            <a:off x="914400" y="6534150"/>
            <a:ext cx="10744200" cy="0"/>
          </a:xfrm>
          <a:prstGeom xmlns:a="http://schemas.openxmlformats.org/drawingml/2006/main" prst="line">
            <a:avLst/>
          </a:prstGeom>
          <a:noFill xmlns:a="http://schemas.openxmlformats.org/drawingml/2006/main"/>
          <a:ln xmlns:a="http://schemas.openxmlformats.org/drawingml/2006/main" w="9525">
            <a:solidFill>
              <a:srgbClr val="C9D2D8"/>
            </a:solidFill>
            <a:prstDash val="solid"/>
          </a:ln>
        </p:spPr>
      </p:sp>
      <p:sp>
        <p:nvSpPr>
          <p:cNvPr id="5" name="">
            <a:extLst xmlns:a="http://schemas.openxmlformats.org/drawingml/2006/main">
              <a:ext uri="{FF2B5EF4-FFF2-40B4-BE49-F238E27FC236}">
                <a16:creationId xmlns:a16="http://schemas.microsoft.com/office/drawing/2014/main" id="{CDC8C0F7-E301-4770-9B8B-51D80D5C54C8}"/>
              </a:ext>
            </a:extLst>
          </p:cNvPr>
          <p:cNvSpPr>
            <a:spLocks xmlns:a="http://schemas.openxmlformats.org/drawingml/2006/main" noGrp="1"/>
          </p:cNvSpPr>
          <p:nvPr/>
        </p:nvSpPr>
        <p:spPr>
          <a:xfrm xmlns:a="http://schemas.openxmlformats.org/drawingml/2006/main">
            <a:off x="5334000" y="1257300"/>
            <a:ext cx="619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275" b="1">
                <a:solidFill>
                  <a:srgbClr val="5B6B78"/>
                </a:solidFill>
                <a:latin typeface="Segoe UI"/>
                <a:ea typeface="Segoe UI"/>
                <a:cs typeface="Segoe UI"/>
              </a:defRPr>
            </a:pPr>
            <a:r>
              <a:rPr sz="1275" b="1">
                <a:solidFill>
                  <a:srgbClr val="5B6B78"/>
                </a:solidFill>
                <a:latin typeface="Segoe UI"/>
                <a:ea typeface="Segoe UI"/>
                <a:cs typeface="Segoe UI"/>
              </a:rPr>
              <a:t>‏החלטה הנדסית</a:t>
            </a:r>
          </a:p>
        </p:txBody>
      </p:sp>
      <p:sp>
        <p:nvSpPr>
          <p:cNvPr id="6" name="">
            <a:extLst xmlns:a="http://schemas.openxmlformats.org/drawingml/2006/main">
              <a:ext uri="{FF2B5EF4-FFF2-40B4-BE49-F238E27FC236}">
                <a16:creationId xmlns:a16="http://schemas.microsoft.com/office/drawing/2014/main" id="{CBF6D6C9-75FE-458D-9897-0C790D0049FA}"/>
              </a:ext>
            </a:extLst>
          </p:cNvPr>
          <p:cNvSpPr>
            <a:spLocks xmlns:a="http://schemas.openxmlformats.org/drawingml/2006/main" noGrp="1"/>
          </p:cNvSpPr>
          <p:nvPr/>
        </p:nvSpPr>
        <p:spPr>
          <a:xfrm xmlns:a="http://schemas.openxmlformats.org/drawingml/2006/main">
            <a:off x="685800" y="12573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125" b="1">
                <a:solidFill>
                  <a:srgbClr val="5B6B78"/>
                </a:solidFill>
                <a:latin typeface="Cascadia Mono"/>
                <a:ea typeface="Cascadia Mono"/>
                <a:cs typeface="Cascadia Mono"/>
              </a:defRPr>
            </a:pPr>
            <a:r>
              <a:rPr sz="1125" b="1">
                <a:solidFill>
                  <a:srgbClr val="5B6B78"/>
                </a:solidFill>
                <a:latin typeface="Cascadia Mono"/>
                <a:ea typeface="Cascadia Mono"/>
                <a:cs typeface="Cascadia Mono"/>
              </a:rPr>
              <a:t>Technology</a:t>
            </a:r>
          </a:p>
        </p:txBody>
      </p:sp>
      <p:sp>
        <p:nvSpPr>
          <p:cNvPr id="7" name="">
            <a:extLst xmlns:a="http://schemas.openxmlformats.org/drawingml/2006/main">
              <a:ext uri="{FF2B5EF4-FFF2-40B4-BE49-F238E27FC236}">
                <a16:creationId xmlns:a16="http://schemas.microsoft.com/office/drawing/2014/main" id="{9CEEB435-9B7E-4F5C-BBFA-7D5820FAB2A1}"/>
              </a:ext>
            </a:extLst>
          </p:cNvPr>
          <p:cNvSpPr>
            <a:spLocks xmlns:a="http://schemas.openxmlformats.org/drawingml/2006/main" noGrp="1"/>
          </p:cNvSpPr>
          <p:nvPr/>
        </p:nvSpPr>
        <p:spPr>
          <a:xfrm xmlns:a="http://schemas.openxmlformats.org/drawingml/2006/main">
            <a:off x="609600" y="1657350"/>
            <a:ext cx="10972800" cy="0"/>
          </a:xfrm>
          <a:prstGeom xmlns:a="http://schemas.openxmlformats.org/drawingml/2006/main" prst="line">
            <a:avLst/>
          </a:prstGeom>
          <a:noFill xmlns:a="http://schemas.openxmlformats.org/drawingml/2006/main"/>
          <a:ln xmlns:a="http://schemas.openxmlformats.org/drawingml/2006/main" w="9525">
            <a:solidFill>
              <a:srgbClr val="C9D2D8"/>
            </a:solidFill>
            <a:prstDash val="solid"/>
          </a:ln>
        </p:spPr>
      </p:sp>
      <p:sp>
        <p:nvSpPr>
          <p:cNvPr id="8" name="">
            <a:extLst xmlns:a="http://schemas.openxmlformats.org/drawingml/2006/main">
              <a:ext uri="{FF2B5EF4-FFF2-40B4-BE49-F238E27FC236}">
                <a16:creationId xmlns:a16="http://schemas.microsoft.com/office/drawing/2014/main" id="{7C47797D-E66E-40F2-8EDB-09FD6E1AB6DB}"/>
              </a:ext>
            </a:extLst>
          </p:cNvPr>
          <p:cNvSpPr>
            <a:spLocks xmlns:a="http://schemas.openxmlformats.org/drawingml/2006/main" noGrp="1"/>
          </p:cNvSpPr>
          <p:nvPr/>
        </p:nvSpPr>
        <p:spPr>
          <a:xfrm xmlns:a="http://schemas.openxmlformats.org/drawingml/2006/main">
            <a:off x="685800" y="184785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725" b="1">
                <a:solidFill>
                  <a:srgbClr val="117C70"/>
                </a:solidFill>
                <a:latin typeface="Cascadia Mono"/>
                <a:ea typeface="Cascadia Mono"/>
                <a:cs typeface="Cascadia Mono"/>
              </a:defRPr>
            </a:pPr>
            <a:r>
              <a:rPr sz="1725" b="1">
                <a:solidFill>
                  <a:srgbClr val="117C70"/>
                </a:solidFill>
                <a:latin typeface="Cascadia Mono"/>
                <a:ea typeface="Cascadia Mono"/>
                <a:cs typeface="Cascadia Mono"/>
              </a:rPr>
              <a:t>Kafka</a:t>
            </a:r>
          </a:p>
        </p:txBody>
      </p:sp>
      <p:sp>
        <p:nvSpPr>
          <p:cNvPr id="9" name="">
            <a:extLst xmlns:a="http://schemas.openxmlformats.org/drawingml/2006/main">
              <a:ext uri="{FF2B5EF4-FFF2-40B4-BE49-F238E27FC236}">
                <a16:creationId xmlns:a16="http://schemas.microsoft.com/office/drawing/2014/main" id="{E288C587-1803-4CD9-BAF7-327591231DC4}"/>
              </a:ext>
            </a:extLst>
          </p:cNvPr>
          <p:cNvSpPr>
            <a:spLocks xmlns:a="http://schemas.openxmlformats.org/drawingml/2006/main" noGrp="1"/>
          </p:cNvSpPr>
          <p:nvPr/>
        </p:nvSpPr>
        <p:spPr>
          <a:xfrm xmlns:a="http://schemas.openxmlformats.org/drawingml/2006/main">
            <a:off x="3714750" y="1847850"/>
            <a:ext cx="7810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725" b="0">
                <a:solidFill>
                  <a:srgbClr val="091827"/>
                </a:solidFill>
                <a:latin typeface="Segoe UI"/>
                <a:ea typeface="Segoe UI"/>
                <a:cs typeface="Segoe UI"/>
              </a:defRPr>
            </a:pPr>
            <a:r>
              <a:rPr sz="1725" b="0">
                <a:solidFill>
                  <a:srgbClr val="091827"/>
                </a:solidFill>
                <a:latin typeface="Segoe UI"/>
                <a:ea typeface="Segoe UI"/>
                <a:cs typeface="Segoe UI"/>
              </a:rPr>
              <a:t>‏שומר סדר לפי ⁦Offset⁩ ומאפשר ⁦Replay⁩ בין צרכנים נפרדים</a:t>
            </a:r>
          </a:p>
        </p:txBody>
      </p:sp>
      <p:sp>
        <p:nvSpPr>
          <p:cNvPr id="10" name="">
            <a:extLst xmlns:a="http://schemas.openxmlformats.org/drawingml/2006/main">
              <a:ext uri="{FF2B5EF4-FFF2-40B4-BE49-F238E27FC236}">
                <a16:creationId xmlns:a16="http://schemas.microsoft.com/office/drawing/2014/main" id="{A64552F3-F6C1-4BFF-AA94-F36F8B353D80}"/>
              </a:ext>
            </a:extLst>
          </p:cNvPr>
          <p:cNvSpPr>
            <a:spLocks xmlns:a="http://schemas.openxmlformats.org/drawingml/2006/main" noGrp="1"/>
          </p:cNvSpPr>
          <p:nvPr/>
        </p:nvSpPr>
        <p:spPr>
          <a:xfrm xmlns:a="http://schemas.openxmlformats.org/drawingml/2006/main">
            <a:off x="609600" y="2371725"/>
            <a:ext cx="10972800" cy="0"/>
          </a:xfrm>
          <a:prstGeom xmlns:a="http://schemas.openxmlformats.org/drawingml/2006/main" prst="line">
            <a:avLst/>
          </a:prstGeom>
          <a:noFill xmlns:a="http://schemas.openxmlformats.org/drawingml/2006/main"/>
          <a:ln xmlns:a="http://schemas.openxmlformats.org/drawingml/2006/main" w="9525">
            <a:solidFill>
              <a:srgbClr val="E3E7E8"/>
            </a:solidFill>
            <a:prstDash val="solid"/>
          </a:ln>
        </p:spPr>
      </p:sp>
      <p:sp>
        <p:nvSpPr>
          <p:cNvPr id="11" name="">
            <a:extLst xmlns:a="http://schemas.openxmlformats.org/drawingml/2006/main">
              <a:ext uri="{FF2B5EF4-FFF2-40B4-BE49-F238E27FC236}">
                <a16:creationId xmlns:a16="http://schemas.microsoft.com/office/drawing/2014/main" id="{25441EDB-153E-41FD-AFCB-1C00C66EBF24}"/>
              </a:ext>
            </a:extLst>
          </p:cNvPr>
          <p:cNvSpPr>
            <a:spLocks xmlns:a="http://schemas.openxmlformats.org/drawingml/2006/main" noGrp="1"/>
          </p:cNvSpPr>
          <p:nvPr/>
        </p:nvSpPr>
        <p:spPr>
          <a:xfrm xmlns:a="http://schemas.openxmlformats.org/drawingml/2006/main">
            <a:off x="685800" y="253365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725" b="1">
                <a:solidFill>
                  <a:srgbClr val="5B91FF"/>
                </a:solidFill>
                <a:latin typeface="Cascadia Mono"/>
                <a:ea typeface="Cascadia Mono"/>
                <a:cs typeface="Cascadia Mono"/>
              </a:defRPr>
            </a:pPr>
            <a:r>
              <a:rPr sz="1725" b="1">
                <a:solidFill>
                  <a:srgbClr val="5B91FF"/>
                </a:solidFill>
                <a:latin typeface="Cascadia Mono"/>
                <a:ea typeface="Cascadia Mono"/>
                <a:cs typeface="Cascadia Mono"/>
              </a:rPr>
              <a:t>Spark</a:t>
            </a:r>
          </a:p>
        </p:txBody>
      </p:sp>
      <p:sp>
        <p:nvSpPr>
          <p:cNvPr id="12" name="">
            <a:extLst xmlns:a="http://schemas.openxmlformats.org/drawingml/2006/main">
              <a:ext uri="{FF2B5EF4-FFF2-40B4-BE49-F238E27FC236}">
                <a16:creationId xmlns:a16="http://schemas.microsoft.com/office/drawing/2014/main" id="{1B335535-4ABF-4354-B4C4-B74E839DB477}"/>
              </a:ext>
            </a:extLst>
          </p:cNvPr>
          <p:cNvSpPr>
            <a:spLocks xmlns:a="http://schemas.openxmlformats.org/drawingml/2006/main" noGrp="1"/>
          </p:cNvSpPr>
          <p:nvPr/>
        </p:nvSpPr>
        <p:spPr>
          <a:xfrm xmlns:a="http://schemas.openxmlformats.org/drawingml/2006/main">
            <a:off x="3714750" y="2533650"/>
            <a:ext cx="7810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725" b="0">
                <a:solidFill>
                  <a:srgbClr val="091827"/>
                </a:solidFill>
                <a:latin typeface="Segoe UI"/>
                <a:ea typeface="Segoe UI"/>
                <a:cs typeface="Segoe UI"/>
              </a:defRPr>
            </a:pPr>
            <a:r>
              <a:rPr sz="1725" b="0">
                <a:solidFill>
                  <a:srgbClr val="091827"/>
                </a:solidFill>
                <a:latin typeface="Segoe UI"/>
                <a:ea typeface="Segoe UI"/>
                <a:cs typeface="Segoe UI"/>
              </a:rPr>
              <a:t>‏מנוע אחד לעיבוד ⁦Streaming⁩ ולעיבוד ⁦Batch⁩</a:t>
            </a:r>
          </a:p>
        </p:txBody>
      </p:sp>
      <p:sp>
        <p:nvSpPr>
          <p:cNvPr id="13" name="">
            <a:extLst xmlns:a="http://schemas.openxmlformats.org/drawingml/2006/main">
              <a:ext uri="{FF2B5EF4-FFF2-40B4-BE49-F238E27FC236}">
                <a16:creationId xmlns:a16="http://schemas.microsoft.com/office/drawing/2014/main" id="{04F1E4E0-5419-4D2C-B8C1-F80B0C288F25}"/>
              </a:ext>
            </a:extLst>
          </p:cNvPr>
          <p:cNvSpPr>
            <a:spLocks xmlns:a="http://schemas.openxmlformats.org/drawingml/2006/main" noGrp="1"/>
          </p:cNvSpPr>
          <p:nvPr/>
        </p:nvSpPr>
        <p:spPr>
          <a:xfrm xmlns:a="http://schemas.openxmlformats.org/drawingml/2006/main">
            <a:off x="609600" y="3057525"/>
            <a:ext cx="10972800" cy="0"/>
          </a:xfrm>
          <a:prstGeom xmlns:a="http://schemas.openxmlformats.org/drawingml/2006/main" prst="line">
            <a:avLst/>
          </a:prstGeom>
          <a:noFill xmlns:a="http://schemas.openxmlformats.org/drawingml/2006/main"/>
          <a:ln xmlns:a="http://schemas.openxmlformats.org/drawingml/2006/main" w="9525">
            <a:solidFill>
              <a:srgbClr val="E3E7E8"/>
            </a:solidFill>
            <a:prstDash val="solid"/>
          </a:ln>
        </p:spPr>
      </p:sp>
      <p:sp>
        <p:nvSpPr>
          <p:cNvPr id="14" name="">
            <a:extLst xmlns:a="http://schemas.openxmlformats.org/drawingml/2006/main">
              <a:ext uri="{FF2B5EF4-FFF2-40B4-BE49-F238E27FC236}">
                <a16:creationId xmlns:a16="http://schemas.microsoft.com/office/drawing/2014/main" id="{5C916BF5-3583-4568-B296-E1AE83E1149B}"/>
              </a:ext>
            </a:extLst>
          </p:cNvPr>
          <p:cNvSpPr>
            <a:spLocks xmlns:a="http://schemas.openxmlformats.org/drawingml/2006/main" noGrp="1"/>
          </p:cNvSpPr>
          <p:nvPr/>
        </p:nvSpPr>
        <p:spPr>
          <a:xfrm xmlns:a="http://schemas.openxmlformats.org/drawingml/2006/main">
            <a:off x="685800" y="321945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725" b="1">
                <a:solidFill>
                  <a:srgbClr val="F4B94F"/>
                </a:solidFill>
                <a:latin typeface="Cascadia Mono"/>
                <a:ea typeface="Cascadia Mono"/>
                <a:cs typeface="Cascadia Mono"/>
              </a:defRPr>
            </a:pPr>
            <a:r>
              <a:rPr sz="1725" b="1">
                <a:solidFill>
                  <a:srgbClr val="F4B94F"/>
                </a:solidFill>
                <a:latin typeface="Cascadia Mono"/>
                <a:ea typeface="Cascadia Mono"/>
                <a:cs typeface="Cascadia Mono"/>
              </a:rPr>
              <a:t>Airflow</a:t>
            </a:r>
          </a:p>
        </p:txBody>
      </p:sp>
      <p:sp>
        <p:nvSpPr>
          <p:cNvPr id="15" name="">
            <a:extLst xmlns:a="http://schemas.openxmlformats.org/drawingml/2006/main">
              <a:ext uri="{FF2B5EF4-FFF2-40B4-BE49-F238E27FC236}">
                <a16:creationId xmlns:a16="http://schemas.microsoft.com/office/drawing/2014/main" id="{DF447672-AD74-46BF-98DA-D83EA2AD62DD}"/>
              </a:ext>
            </a:extLst>
          </p:cNvPr>
          <p:cNvSpPr>
            <a:spLocks xmlns:a="http://schemas.openxmlformats.org/drawingml/2006/main" noGrp="1"/>
          </p:cNvSpPr>
          <p:nvPr/>
        </p:nvSpPr>
        <p:spPr>
          <a:xfrm xmlns:a="http://schemas.openxmlformats.org/drawingml/2006/main">
            <a:off x="3714750" y="3219450"/>
            <a:ext cx="7810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725" b="0">
                <a:solidFill>
                  <a:srgbClr val="091827"/>
                </a:solidFill>
                <a:latin typeface="Segoe UI"/>
                <a:ea typeface="Segoe UI"/>
                <a:cs typeface="Segoe UI"/>
              </a:defRPr>
            </a:pPr>
            <a:r>
              <a:rPr sz="1725" b="0">
                <a:solidFill>
                  <a:srgbClr val="091827"/>
                </a:solidFill>
                <a:latin typeface="Segoe UI"/>
                <a:ea typeface="Segoe UI"/>
                <a:cs typeface="Segoe UI"/>
              </a:rPr>
              <a:t>‏מנהל סדר, תלויות וניסיונות חוזרים של עבודות תחומות</a:t>
            </a:r>
          </a:p>
        </p:txBody>
      </p:sp>
      <p:sp>
        <p:nvSpPr>
          <p:cNvPr id="16" name="">
            <a:extLst xmlns:a="http://schemas.openxmlformats.org/drawingml/2006/main">
              <a:ext uri="{FF2B5EF4-FFF2-40B4-BE49-F238E27FC236}">
                <a16:creationId xmlns:a16="http://schemas.microsoft.com/office/drawing/2014/main" id="{B58838AC-592B-4614-A5A8-5124F444063D}"/>
              </a:ext>
            </a:extLst>
          </p:cNvPr>
          <p:cNvSpPr>
            <a:spLocks xmlns:a="http://schemas.openxmlformats.org/drawingml/2006/main" noGrp="1"/>
          </p:cNvSpPr>
          <p:nvPr/>
        </p:nvSpPr>
        <p:spPr>
          <a:xfrm xmlns:a="http://schemas.openxmlformats.org/drawingml/2006/main">
            <a:off x="609600" y="3743325"/>
            <a:ext cx="10972800" cy="0"/>
          </a:xfrm>
          <a:prstGeom xmlns:a="http://schemas.openxmlformats.org/drawingml/2006/main" prst="line">
            <a:avLst/>
          </a:prstGeom>
          <a:noFill xmlns:a="http://schemas.openxmlformats.org/drawingml/2006/main"/>
          <a:ln xmlns:a="http://schemas.openxmlformats.org/drawingml/2006/main" w="9525">
            <a:solidFill>
              <a:srgbClr val="E3E7E8"/>
            </a:solidFill>
            <a:prstDash val="solid"/>
          </a:ln>
        </p:spPr>
      </p:sp>
      <p:sp>
        <p:nvSpPr>
          <p:cNvPr id="17" name="">
            <a:extLst xmlns:a="http://schemas.openxmlformats.org/drawingml/2006/main">
              <a:ext uri="{FF2B5EF4-FFF2-40B4-BE49-F238E27FC236}">
                <a16:creationId xmlns:a16="http://schemas.microsoft.com/office/drawing/2014/main" id="{F332AEFF-9368-4D3E-9AB3-487A06B9843E}"/>
              </a:ext>
            </a:extLst>
          </p:cNvPr>
          <p:cNvSpPr>
            <a:spLocks xmlns:a="http://schemas.openxmlformats.org/drawingml/2006/main" noGrp="1"/>
          </p:cNvSpPr>
          <p:nvPr/>
        </p:nvSpPr>
        <p:spPr>
          <a:xfrm xmlns:a="http://schemas.openxmlformats.org/drawingml/2006/main">
            <a:off x="685800" y="390525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725" b="1">
                <a:solidFill>
                  <a:srgbClr val="117C70"/>
                </a:solidFill>
                <a:latin typeface="Cascadia Mono"/>
                <a:ea typeface="Cascadia Mono"/>
                <a:cs typeface="Cascadia Mono"/>
              </a:defRPr>
            </a:pPr>
            <a:r>
              <a:rPr sz="1725" b="1">
                <a:solidFill>
                  <a:srgbClr val="117C70"/>
                </a:solidFill>
                <a:latin typeface="Cascadia Mono"/>
                <a:ea typeface="Cascadia Mono"/>
                <a:cs typeface="Cascadia Mono"/>
              </a:rPr>
              <a:t>MinIO</a:t>
            </a:r>
          </a:p>
        </p:txBody>
      </p:sp>
      <p:sp>
        <p:nvSpPr>
          <p:cNvPr id="18" name="">
            <a:extLst xmlns:a="http://schemas.openxmlformats.org/drawingml/2006/main">
              <a:ext uri="{FF2B5EF4-FFF2-40B4-BE49-F238E27FC236}">
                <a16:creationId xmlns:a16="http://schemas.microsoft.com/office/drawing/2014/main" id="{7C481E87-7549-444D-B0A2-1A7F78A7B7BF}"/>
              </a:ext>
            </a:extLst>
          </p:cNvPr>
          <p:cNvSpPr>
            <a:spLocks xmlns:a="http://schemas.openxmlformats.org/drawingml/2006/main" noGrp="1"/>
          </p:cNvSpPr>
          <p:nvPr/>
        </p:nvSpPr>
        <p:spPr>
          <a:xfrm xmlns:a="http://schemas.openxmlformats.org/drawingml/2006/main">
            <a:off x="3714750" y="3905250"/>
            <a:ext cx="7810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725" b="0">
                <a:solidFill>
                  <a:srgbClr val="091827"/>
                </a:solidFill>
                <a:latin typeface="Segoe UI"/>
                <a:ea typeface="Segoe UI"/>
                <a:cs typeface="Segoe UI"/>
              </a:defRPr>
            </a:pPr>
            <a:r>
              <a:rPr sz="1725" b="0">
                <a:solidFill>
                  <a:srgbClr val="091827"/>
                </a:solidFill>
                <a:latin typeface="Segoe UI"/>
                <a:ea typeface="Segoe UI"/>
                <a:cs typeface="Segoe UI"/>
              </a:rPr>
              <a:t>‏שומר ⁦Bronze⁩ גולמי, ⁦Silver⁩ בפורמט ⁦Parquet⁩ וארכיון</a:t>
            </a:r>
          </a:p>
        </p:txBody>
      </p:sp>
      <p:sp>
        <p:nvSpPr>
          <p:cNvPr id="19" name="">
            <a:extLst xmlns:a="http://schemas.openxmlformats.org/drawingml/2006/main">
              <a:ext uri="{FF2B5EF4-FFF2-40B4-BE49-F238E27FC236}">
                <a16:creationId xmlns:a16="http://schemas.microsoft.com/office/drawing/2014/main" id="{CF50E8D2-D862-42CB-94B3-541D4F2465DD}"/>
              </a:ext>
            </a:extLst>
          </p:cNvPr>
          <p:cNvSpPr>
            <a:spLocks xmlns:a="http://schemas.openxmlformats.org/drawingml/2006/main" noGrp="1"/>
          </p:cNvSpPr>
          <p:nvPr/>
        </p:nvSpPr>
        <p:spPr>
          <a:xfrm xmlns:a="http://schemas.openxmlformats.org/drawingml/2006/main">
            <a:off x="609600" y="4429125"/>
            <a:ext cx="10972800" cy="0"/>
          </a:xfrm>
          <a:prstGeom xmlns:a="http://schemas.openxmlformats.org/drawingml/2006/main" prst="line">
            <a:avLst/>
          </a:prstGeom>
          <a:noFill xmlns:a="http://schemas.openxmlformats.org/drawingml/2006/main"/>
          <a:ln xmlns:a="http://schemas.openxmlformats.org/drawingml/2006/main" w="9525">
            <a:solidFill>
              <a:srgbClr val="E3E7E8"/>
            </a:solidFill>
            <a:prstDash val="solid"/>
          </a:ln>
        </p:spPr>
      </p:sp>
      <p:sp>
        <p:nvSpPr>
          <p:cNvPr id="20" name="">
            <a:extLst xmlns:a="http://schemas.openxmlformats.org/drawingml/2006/main">
              <a:ext uri="{FF2B5EF4-FFF2-40B4-BE49-F238E27FC236}">
                <a16:creationId xmlns:a16="http://schemas.microsoft.com/office/drawing/2014/main" id="{69EC4025-36BF-4F15-BEFC-E728DD37D16B}"/>
              </a:ext>
            </a:extLst>
          </p:cNvPr>
          <p:cNvSpPr>
            <a:spLocks xmlns:a="http://schemas.openxmlformats.org/drawingml/2006/main" noGrp="1"/>
          </p:cNvSpPr>
          <p:nvPr/>
        </p:nvSpPr>
        <p:spPr>
          <a:xfrm xmlns:a="http://schemas.openxmlformats.org/drawingml/2006/main">
            <a:off x="685800" y="459105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725" b="1">
                <a:solidFill>
                  <a:srgbClr val="5B91FF"/>
                </a:solidFill>
                <a:latin typeface="Cascadia Mono"/>
                <a:ea typeface="Cascadia Mono"/>
                <a:cs typeface="Cascadia Mono"/>
              </a:defRPr>
            </a:pPr>
            <a:r>
              <a:rPr sz="1725" b="1">
                <a:solidFill>
                  <a:srgbClr val="5B91FF"/>
                </a:solidFill>
                <a:latin typeface="Cascadia Mono"/>
                <a:ea typeface="Cascadia Mono"/>
                <a:cs typeface="Cascadia Mono"/>
              </a:rPr>
              <a:t>MariaDB</a:t>
            </a:r>
          </a:p>
        </p:txBody>
      </p:sp>
      <p:sp>
        <p:nvSpPr>
          <p:cNvPr id="21" name="">
            <a:extLst xmlns:a="http://schemas.openxmlformats.org/drawingml/2006/main">
              <a:ext uri="{FF2B5EF4-FFF2-40B4-BE49-F238E27FC236}">
                <a16:creationId xmlns:a16="http://schemas.microsoft.com/office/drawing/2014/main" id="{3786F862-5661-48E2-AB33-32F137333664}"/>
              </a:ext>
            </a:extLst>
          </p:cNvPr>
          <p:cNvSpPr>
            <a:spLocks xmlns:a="http://schemas.openxmlformats.org/drawingml/2006/main" noGrp="1"/>
          </p:cNvSpPr>
          <p:nvPr/>
        </p:nvSpPr>
        <p:spPr>
          <a:xfrm xmlns:a="http://schemas.openxmlformats.org/drawingml/2006/main">
            <a:off x="3714750" y="4591050"/>
            <a:ext cx="7810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725" b="0">
                <a:solidFill>
                  <a:srgbClr val="091827"/>
                </a:solidFill>
                <a:latin typeface="Segoe UI"/>
                <a:ea typeface="Segoe UI"/>
                <a:cs typeface="Segoe UI"/>
              </a:defRPr>
            </a:pPr>
            <a:r>
              <a:rPr sz="1725" b="0">
                <a:solidFill>
                  <a:srgbClr val="091827"/>
                </a:solidFill>
                <a:latin typeface="Segoe UI"/>
                <a:ea typeface="Segoe UI"/>
                <a:cs typeface="Segoe UI"/>
              </a:rPr>
              <a:t>‏מגיש ⁦Gold⁩ מוכן ל־⁦API⁩ עם מפתחות עסקיים ו־⁦Upsert⁩</a:t>
            </a:r>
          </a:p>
        </p:txBody>
      </p:sp>
      <p:sp>
        <p:nvSpPr>
          <p:cNvPr id="22" name="">
            <a:extLst xmlns:a="http://schemas.openxmlformats.org/drawingml/2006/main">
              <a:ext uri="{FF2B5EF4-FFF2-40B4-BE49-F238E27FC236}">
                <a16:creationId xmlns:a16="http://schemas.microsoft.com/office/drawing/2014/main" id="{975C7BBF-3D28-4858-8F14-C3034ADE5579}"/>
              </a:ext>
            </a:extLst>
          </p:cNvPr>
          <p:cNvSpPr>
            <a:spLocks xmlns:a="http://schemas.openxmlformats.org/drawingml/2006/main" noGrp="1"/>
          </p:cNvSpPr>
          <p:nvPr/>
        </p:nvSpPr>
        <p:spPr>
          <a:xfrm xmlns:a="http://schemas.openxmlformats.org/drawingml/2006/main">
            <a:off x="609600" y="5114925"/>
            <a:ext cx="10972800" cy="0"/>
          </a:xfrm>
          <a:prstGeom xmlns:a="http://schemas.openxmlformats.org/drawingml/2006/main" prst="line">
            <a:avLst/>
          </a:prstGeom>
          <a:noFill xmlns:a="http://schemas.openxmlformats.org/drawingml/2006/main"/>
          <a:ln xmlns:a="http://schemas.openxmlformats.org/drawingml/2006/main" w="9525">
            <a:solidFill>
              <a:srgbClr val="E3E7E8"/>
            </a:solidFill>
            <a:prstDash val="solid"/>
          </a:ln>
        </p:spPr>
      </p:sp>
      <p:sp>
        <p:nvSpPr>
          <p:cNvPr id="23" name="">
            <a:extLst xmlns:a="http://schemas.openxmlformats.org/drawingml/2006/main">
              <a:ext uri="{FF2B5EF4-FFF2-40B4-BE49-F238E27FC236}">
                <a16:creationId xmlns:a16="http://schemas.microsoft.com/office/drawing/2014/main" id="{23E318ED-2411-4AEA-A4FB-03951B020BC6}"/>
              </a:ext>
            </a:extLst>
          </p:cNvPr>
          <p:cNvSpPr>
            <a:spLocks xmlns:a="http://schemas.openxmlformats.org/drawingml/2006/main" noGrp="1"/>
          </p:cNvSpPr>
          <p:nvPr/>
        </p:nvSpPr>
        <p:spPr>
          <a:xfrm xmlns:a="http://schemas.openxmlformats.org/drawingml/2006/main">
            <a:off x="685800" y="527685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725" b="1">
                <a:solidFill>
                  <a:srgbClr val="F4B94F"/>
                </a:solidFill>
                <a:latin typeface="Cascadia Mono"/>
                <a:ea typeface="Cascadia Mono"/>
                <a:cs typeface="Cascadia Mono"/>
              </a:defRPr>
            </a:pPr>
            <a:r>
              <a:rPr sz="1725" b="1">
                <a:solidFill>
                  <a:srgbClr val="F4B94F"/>
                </a:solidFill>
                <a:latin typeface="Cascadia Mono"/>
                <a:ea typeface="Cascadia Mono"/>
                <a:cs typeface="Cascadia Mono"/>
              </a:rPr>
              <a:t>Docker Compose</a:t>
            </a:r>
          </a:p>
        </p:txBody>
      </p:sp>
      <p:sp>
        <p:nvSpPr>
          <p:cNvPr id="24" name="">
            <a:extLst xmlns:a="http://schemas.openxmlformats.org/drawingml/2006/main">
              <a:ext uri="{FF2B5EF4-FFF2-40B4-BE49-F238E27FC236}">
                <a16:creationId xmlns:a16="http://schemas.microsoft.com/office/drawing/2014/main" id="{D665282D-BE2C-4DF4-A8A1-36D25799D68C}"/>
              </a:ext>
            </a:extLst>
          </p:cNvPr>
          <p:cNvSpPr>
            <a:spLocks xmlns:a="http://schemas.openxmlformats.org/drawingml/2006/main" noGrp="1"/>
          </p:cNvSpPr>
          <p:nvPr/>
        </p:nvSpPr>
        <p:spPr>
          <a:xfrm xmlns:a="http://schemas.openxmlformats.org/drawingml/2006/main">
            <a:off x="3714750" y="5276850"/>
            <a:ext cx="7810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1725" b="0">
                <a:solidFill>
                  <a:srgbClr val="091827"/>
                </a:solidFill>
                <a:latin typeface="Segoe UI"/>
                <a:ea typeface="Segoe UI"/>
                <a:cs typeface="Segoe UI"/>
              </a:defRPr>
            </a:pPr>
            <a:r>
              <a:rPr sz="1725" b="0">
                <a:solidFill>
                  <a:srgbClr val="091827"/>
                </a:solidFill>
                <a:latin typeface="Segoe UI"/>
                <a:ea typeface="Segoe UI"/>
                <a:cs typeface="Segoe UI"/>
              </a:rPr>
              <a:t>‏מעלה סביבה מקומית שחוזרת על עצמה ומבודדת שירותים</a:t>
            </a:r>
          </a:p>
        </p:txBody>
      </p:sp>
    </p:spTree>
    <p:extLst>
      <p:ext uri="{BB962C8B-B14F-4D97-AF65-F5344CB8AC3E}">
        <p14:creationId xmlns:p14="http://schemas.microsoft.com/office/powerpoint/2010/main" val="481834208"/>
      </p:ext>
    </p:extLst>
  </p:cSld>
</p:sld>
</file>

<file path=ppt/slides/slide7.xml><?xml version="1.0" encoding="utf-8"?>
<p:sld xmlns:p="http://schemas.openxmlformats.org/presentationml/2006/main">
  <p:cSld>
    <p:bg>
      <p:bgPr>
        <a:solidFill xmlns:a="http://schemas.openxmlformats.org/drawingml/2006/main">
          <a:srgbClr val="F4F1E9"/>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AABBAFA-175A-4522-AD61-4564E501A519}"/>
              </a:ext>
            </a:extLst>
          </p:cNvPr>
          <p:cNvSpPr>
            <a:spLocks xmlns:a="http://schemas.openxmlformats.org/drawingml/2006/main" noGrp="1"/>
          </p:cNvSpPr>
          <p:nvPr/>
        </p:nvSpPr>
        <p:spPr>
          <a:xfrm xmlns:a="http://schemas.openxmlformats.org/drawingml/2006/main">
            <a:off x="609600" y="361950"/>
            <a:ext cx="400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75" b="1">
                <a:solidFill>
                  <a:srgbClr val="117C70"/>
                </a:solidFill>
                <a:latin typeface="Cascadia Mono"/>
                <a:ea typeface="Cascadia Mono"/>
                <a:cs typeface="Cascadia Mono"/>
              </a:defRPr>
            </a:pPr>
            <a:r>
              <a:rPr sz="975" b="1">
                <a:solidFill>
                  <a:srgbClr val="117C70"/>
                </a:solidFill>
                <a:latin typeface="Cascadia Mono"/>
                <a:ea typeface="Cascadia Mono"/>
                <a:cs typeface="Cascadia Mono"/>
              </a:rPr>
              <a:t>PRODUCT EVIDENCE</a:t>
            </a:r>
          </a:p>
        </p:txBody>
      </p:sp>
      <p:sp>
        <p:nvSpPr>
          <p:cNvPr id="2" name="">
            <a:extLst xmlns:a="http://schemas.openxmlformats.org/drawingml/2006/main">
              <a:ext uri="{FF2B5EF4-FFF2-40B4-BE49-F238E27FC236}">
                <a16:creationId xmlns:a16="http://schemas.microsoft.com/office/drawing/2014/main" id="{9EF9C3AB-7EDD-4D3E-9EE8-E3F252C6C227}"/>
              </a:ext>
            </a:extLst>
          </p:cNvPr>
          <p:cNvSpPr>
            <a:spLocks xmlns:a="http://schemas.openxmlformats.org/drawingml/2006/main" noGrp="1"/>
          </p:cNvSpPr>
          <p:nvPr/>
        </p:nvSpPr>
        <p:spPr>
          <a:xfrm xmlns:a="http://schemas.openxmlformats.org/drawingml/2006/main">
            <a:off x="5810250" y="361950"/>
            <a:ext cx="5772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6419"/>
          </a:bodyPr>
          <a:lstStyle xmlns:a="http://schemas.openxmlformats.org/drawingml/2006/main"/>
          <a:p xmlns:a="http://schemas.openxmlformats.org/drawingml/2006/main">
            <a:pPr algn="r">
              <a:lnSpc>
                <a:spcPct val="100000"/>
              </a:lnSpc>
              <a:buNone/>
              <a:defRPr sz="3000" b="1">
                <a:solidFill>
                  <a:srgbClr val="091827"/>
                </a:solidFill>
                <a:latin typeface="Segoe UI"/>
                <a:ea typeface="Segoe UI"/>
                <a:cs typeface="Segoe UI"/>
              </a:defRPr>
            </a:pPr>
            <a:r>
              <a:rPr sz="3000" b="1">
                <a:solidFill>
                  <a:srgbClr val="091827"/>
                </a:solidFill>
                <a:latin typeface="Segoe UI"/>
                <a:ea typeface="Segoe UI"/>
                <a:cs typeface="Segoe UI"/>
              </a:rPr>
              <a:t>‏המוצר מתחיל בנתון שאפשר לבדוק</a:t>
            </a:r>
          </a:p>
        </p:txBody>
      </p:sp>
      <p:sp>
        <p:nvSpPr>
          <p:cNvPr id="3" name="">
            <a:extLst xmlns:a="http://schemas.openxmlformats.org/drawingml/2006/main">
              <a:ext uri="{FF2B5EF4-FFF2-40B4-BE49-F238E27FC236}">
                <a16:creationId xmlns:a16="http://schemas.microsoft.com/office/drawing/2014/main" id="{EE901F0D-CE9B-4B04-8C24-BEA06FE70211}"/>
              </a:ext>
            </a:extLst>
          </p:cNvPr>
          <p:cNvSpPr>
            <a:spLocks xmlns:a="http://schemas.openxmlformats.org/drawingml/2006/main" noGrp="1"/>
          </p:cNvSpPr>
          <p:nvPr/>
        </p:nvSpPr>
        <p:spPr>
          <a:xfrm xmlns:a="http://schemas.openxmlformats.org/drawingml/2006/main">
            <a:off x="495300" y="6438900"/>
            <a:ext cx="3429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25" b="1">
                <a:solidFill>
                  <a:srgbClr val="5B6B78"/>
                </a:solidFill>
                <a:latin typeface="Cascadia Mono"/>
                <a:ea typeface="Cascadia Mono"/>
                <a:cs typeface="Cascadia Mono"/>
              </a:defRPr>
            </a:pPr>
            <a:r>
              <a:rPr sz="825" b="1">
                <a:solidFill>
                  <a:srgbClr val="5B6B78"/>
                </a:solidFill>
                <a:latin typeface="Cascadia Mono"/>
                <a:ea typeface="Cascadia Mono"/>
                <a:cs typeface="Cascadia Mono"/>
              </a:rPr>
              <a:t>07</a:t>
            </a:r>
          </a:p>
        </p:txBody>
      </p:sp>
      <p:sp>
        <p:nvSpPr>
          <p:cNvPr id="4" name="">
            <a:extLst xmlns:a="http://schemas.openxmlformats.org/drawingml/2006/main">
              <a:ext uri="{FF2B5EF4-FFF2-40B4-BE49-F238E27FC236}">
                <a16:creationId xmlns:a16="http://schemas.microsoft.com/office/drawing/2014/main" id="{2C1DDBFC-97BC-4B5A-AE26-55E0C7AC4664}"/>
              </a:ext>
            </a:extLst>
          </p:cNvPr>
          <p:cNvSpPr>
            <a:spLocks xmlns:a="http://schemas.openxmlformats.org/drawingml/2006/main" noGrp="1"/>
          </p:cNvSpPr>
          <p:nvPr/>
        </p:nvSpPr>
        <p:spPr>
          <a:xfrm xmlns:a="http://schemas.openxmlformats.org/drawingml/2006/main">
            <a:off x="914400" y="6534150"/>
            <a:ext cx="10744200" cy="0"/>
          </a:xfrm>
          <a:prstGeom xmlns:a="http://schemas.openxmlformats.org/drawingml/2006/main" prst="line">
            <a:avLst/>
          </a:prstGeom>
          <a:noFill xmlns:a="http://schemas.openxmlformats.org/drawingml/2006/main"/>
          <a:ln xmlns:a="http://schemas.openxmlformats.org/drawingml/2006/main" w="9525">
            <a:solidFill>
              <a:srgbClr val="C9D2D8"/>
            </a:solidFill>
            <a:prstDash val="solid"/>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11876d9659bb4475"/>
          <a:srcRect xmlns:a="http://schemas.openxmlformats.org/drawingml/2006/main" l="1048" t="0" r="1048" b="0"/>
          <a:stretch xmlns:a="http://schemas.openxmlformats.org/drawingml/2006/main">
            <a:fillRect l="0" t="0" r="0" b="0"/>
          </a:stretch>
        </p:blipFill>
        <p:spPr>
          <a:xfrm xmlns:a="http://schemas.openxmlformats.org/drawingml/2006/main">
            <a:off x="552450" y="1428750"/>
            <a:ext cx="7858125" cy="4514850"/>
          </a:xfrm>
          <a:prstGeom xmlns:a="http://schemas.openxmlformats.org/drawingml/2006/main" prst="roundRect">
            <a:avLst>
              <a:gd name="adj" fmla="val 2954"/>
            </a:avLst>
          </a:prstGeom>
        </p:spPr>
      </p:pic>
      <p:sp>
        <p:nvSpPr>
          <p:cNvPr id="6" name="">
            <a:extLst xmlns:a="http://schemas.openxmlformats.org/drawingml/2006/main">
              <a:ext uri="{FF2B5EF4-FFF2-40B4-BE49-F238E27FC236}">
                <a16:creationId xmlns:a16="http://schemas.microsoft.com/office/drawing/2014/main" id="{14C04525-771B-46B1-9A19-732CBE32F103}"/>
              </a:ext>
            </a:extLst>
          </p:cNvPr>
          <p:cNvSpPr>
            <a:spLocks xmlns:a="http://schemas.openxmlformats.org/drawingml/2006/main" noGrp="1"/>
          </p:cNvSpPr>
          <p:nvPr/>
        </p:nvSpPr>
        <p:spPr>
          <a:xfrm xmlns:a="http://schemas.openxmlformats.org/drawingml/2006/main">
            <a:off x="8743950" y="1524000"/>
            <a:ext cx="2838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2250" b="1">
                <a:solidFill>
                  <a:srgbClr val="091827"/>
                </a:solidFill>
                <a:latin typeface="Segoe UI"/>
                <a:ea typeface="Segoe UI"/>
                <a:cs typeface="Segoe UI"/>
              </a:defRPr>
            </a:pPr>
            <a:r>
              <a:rPr sz="2250" b="1">
                <a:solidFill>
                  <a:srgbClr val="091827"/>
                </a:solidFill>
                <a:latin typeface="Segoe UI"/>
                <a:ea typeface="Segoe UI"/>
                <a:cs typeface="Segoe UI"/>
              </a:rPr>
              <a:t>‏מסך המחקר הראשי</a:t>
            </a:r>
          </a:p>
        </p:txBody>
      </p:sp>
      <p:sp>
        <p:nvSpPr>
          <p:cNvPr id="7" name="">
            <a:extLst xmlns:a="http://schemas.openxmlformats.org/drawingml/2006/main">
              <a:ext uri="{FF2B5EF4-FFF2-40B4-BE49-F238E27FC236}">
                <a16:creationId xmlns:a16="http://schemas.microsoft.com/office/drawing/2014/main" id="{4585600F-5FC1-428D-936C-E5BF3826ED4D}"/>
              </a:ext>
            </a:extLst>
          </p:cNvPr>
          <p:cNvSpPr>
            <a:spLocks xmlns:a="http://schemas.openxmlformats.org/drawingml/2006/main" noGrp="1"/>
          </p:cNvSpPr>
          <p:nvPr/>
        </p:nvSpPr>
        <p:spPr>
          <a:xfrm xmlns:a="http://schemas.openxmlformats.org/drawingml/2006/main">
            <a:off x="8743950" y="2114550"/>
            <a:ext cx="28384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650" b="0">
                <a:solidFill>
                  <a:srgbClr val="5B6B78"/>
                </a:solidFill>
                <a:latin typeface="Segoe UI"/>
                <a:ea typeface="Segoe UI"/>
                <a:cs typeface="Segoe UI"/>
              </a:defRPr>
            </a:pPr>
            <a:r>
              <a:rPr sz="1650" b="0">
                <a:solidFill>
                  <a:srgbClr val="5B6B78"/>
                </a:solidFill>
                <a:latin typeface="Segoe UI"/>
                <a:ea typeface="Segoe UI"/>
                <a:cs typeface="Segoe UI"/>
              </a:rPr>
              <a:t>‏מחיר, נפח, ⁦Indicators⁩, דיווחי חברה וטריות נתונים במקום אחד.</a:t>
            </a:r>
          </a:p>
        </p:txBody>
      </p:sp>
      <p:sp>
        <p:nvSpPr>
          <p:cNvPr id="8" name="">
            <a:extLst xmlns:a="http://schemas.openxmlformats.org/drawingml/2006/main">
              <a:ext uri="{FF2B5EF4-FFF2-40B4-BE49-F238E27FC236}">
                <a16:creationId xmlns:a16="http://schemas.microsoft.com/office/drawing/2014/main" id="{042AF68E-00FA-4F86-B8B0-C5243E9E9AF3}"/>
              </a:ext>
            </a:extLst>
          </p:cNvPr>
          <p:cNvSpPr>
            <a:spLocks xmlns:a="http://schemas.openxmlformats.org/drawingml/2006/main" noGrp="1"/>
          </p:cNvSpPr>
          <p:nvPr/>
        </p:nvSpPr>
        <p:spPr>
          <a:xfrm xmlns:a="http://schemas.openxmlformats.org/drawingml/2006/main">
            <a:off x="8743950" y="3143250"/>
            <a:ext cx="2838450" cy="0"/>
          </a:xfrm>
          <a:prstGeom xmlns:a="http://schemas.openxmlformats.org/drawingml/2006/main" prst="line">
            <a:avLst/>
          </a:prstGeom>
          <a:noFill xmlns:a="http://schemas.openxmlformats.org/drawingml/2006/main"/>
          <a:ln xmlns:a="http://schemas.openxmlformats.org/drawingml/2006/main" w="9525">
            <a:solidFill>
              <a:srgbClr val="C9D2D8"/>
            </a:solidFill>
            <a:prstDash val="solid"/>
          </a:ln>
        </p:spPr>
      </p:sp>
      <p:sp>
        <p:nvSpPr>
          <p:cNvPr id="9" name="">
            <a:extLst xmlns:a="http://schemas.openxmlformats.org/drawingml/2006/main">
              <a:ext uri="{FF2B5EF4-FFF2-40B4-BE49-F238E27FC236}">
                <a16:creationId xmlns:a16="http://schemas.microsoft.com/office/drawing/2014/main" id="{804B9A0D-0AAD-45DF-A81B-A3510F7A609B}"/>
              </a:ext>
            </a:extLst>
          </p:cNvPr>
          <p:cNvSpPr>
            <a:spLocks xmlns:a="http://schemas.openxmlformats.org/drawingml/2006/main" noGrp="1"/>
          </p:cNvSpPr>
          <p:nvPr/>
        </p:nvSpPr>
        <p:spPr>
          <a:xfrm xmlns:a="http://schemas.openxmlformats.org/drawingml/2006/main">
            <a:off x="8743950" y="337185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950" b="1">
                <a:solidFill>
                  <a:srgbClr val="117C70"/>
                </a:solidFill>
                <a:latin typeface="Cascadia Mono"/>
                <a:ea typeface="Cascadia Mono"/>
                <a:cs typeface="Cascadia Mono"/>
              </a:defRPr>
            </a:pPr>
            <a:r>
              <a:rPr sz="1950" b="1">
                <a:solidFill>
                  <a:srgbClr val="117C70"/>
                </a:solidFill>
                <a:latin typeface="Cascadia Mono"/>
                <a:ea typeface="Cascadia Mono"/>
                <a:cs typeface="Cascadia Mono"/>
              </a:rPr>
              <a:t>11</a:t>
            </a:r>
          </a:p>
        </p:txBody>
      </p:sp>
      <p:sp>
        <p:nvSpPr>
          <p:cNvPr id="10" name="">
            <a:extLst xmlns:a="http://schemas.openxmlformats.org/drawingml/2006/main">
              <a:ext uri="{FF2B5EF4-FFF2-40B4-BE49-F238E27FC236}">
                <a16:creationId xmlns:a16="http://schemas.microsoft.com/office/drawing/2014/main" id="{718E44E5-97C6-4B83-A208-56383B704C1A}"/>
              </a:ext>
            </a:extLst>
          </p:cNvPr>
          <p:cNvSpPr>
            <a:spLocks xmlns:a="http://schemas.openxmlformats.org/drawingml/2006/main" noGrp="1"/>
          </p:cNvSpPr>
          <p:nvPr/>
        </p:nvSpPr>
        <p:spPr>
          <a:xfrm xmlns:a="http://schemas.openxmlformats.org/drawingml/2006/main">
            <a:off x="10001250" y="3409950"/>
            <a:ext cx="1581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425" b="0">
                <a:solidFill>
                  <a:srgbClr val="5B6B78"/>
                </a:solidFill>
                <a:latin typeface="Segoe UI"/>
                <a:ea typeface="Segoe UI"/>
                <a:cs typeface="Segoe UI"/>
              </a:defRPr>
            </a:pPr>
            <a:r>
              <a:rPr sz="1425" b="0">
                <a:solidFill>
                  <a:srgbClr val="5B6B78"/>
                </a:solidFill>
                <a:latin typeface="Segoe UI"/>
                <a:ea typeface="Segoe UI"/>
                <a:cs typeface="Segoe UI"/>
              </a:rPr>
              <a:t>‏נכסים במעקב</a:t>
            </a:r>
          </a:p>
        </p:txBody>
      </p:sp>
      <p:sp>
        <p:nvSpPr>
          <p:cNvPr id="11" name="">
            <a:extLst xmlns:a="http://schemas.openxmlformats.org/drawingml/2006/main">
              <a:ext uri="{FF2B5EF4-FFF2-40B4-BE49-F238E27FC236}">
                <a16:creationId xmlns:a16="http://schemas.microsoft.com/office/drawing/2014/main" id="{942EB3AC-E4A1-4D2E-A238-2699E2FB27BB}"/>
              </a:ext>
            </a:extLst>
          </p:cNvPr>
          <p:cNvSpPr>
            <a:spLocks xmlns:a="http://schemas.openxmlformats.org/drawingml/2006/main" noGrp="1"/>
          </p:cNvSpPr>
          <p:nvPr/>
        </p:nvSpPr>
        <p:spPr>
          <a:xfrm xmlns:a="http://schemas.openxmlformats.org/drawingml/2006/main">
            <a:off x="8743950" y="41529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950" b="1">
                <a:solidFill>
                  <a:srgbClr val="5B91FF"/>
                </a:solidFill>
                <a:latin typeface="Cascadia Mono"/>
                <a:ea typeface="Cascadia Mono"/>
                <a:cs typeface="Cascadia Mono"/>
              </a:defRPr>
            </a:pPr>
            <a:r>
              <a:rPr sz="1950" b="1">
                <a:solidFill>
                  <a:srgbClr val="5B91FF"/>
                </a:solidFill>
                <a:latin typeface="Cascadia Mono"/>
                <a:ea typeface="Cascadia Mono"/>
                <a:cs typeface="Cascadia Mono"/>
              </a:rPr>
              <a:t>57,217</a:t>
            </a:r>
          </a:p>
        </p:txBody>
      </p:sp>
      <p:sp>
        <p:nvSpPr>
          <p:cNvPr id="12" name="">
            <a:extLst xmlns:a="http://schemas.openxmlformats.org/drawingml/2006/main">
              <a:ext uri="{FF2B5EF4-FFF2-40B4-BE49-F238E27FC236}">
                <a16:creationId xmlns:a16="http://schemas.microsoft.com/office/drawing/2014/main" id="{35DA1AB6-22B7-4CAC-ADE2-5BEFC3140D81}"/>
              </a:ext>
            </a:extLst>
          </p:cNvPr>
          <p:cNvSpPr>
            <a:spLocks xmlns:a="http://schemas.openxmlformats.org/drawingml/2006/main" noGrp="1"/>
          </p:cNvSpPr>
          <p:nvPr/>
        </p:nvSpPr>
        <p:spPr>
          <a:xfrm xmlns:a="http://schemas.openxmlformats.org/drawingml/2006/main">
            <a:off x="10001250" y="4191000"/>
            <a:ext cx="1581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425" b="0">
                <a:solidFill>
                  <a:srgbClr val="5B6B78"/>
                </a:solidFill>
                <a:latin typeface="Segoe UI"/>
                <a:ea typeface="Segoe UI"/>
                <a:cs typeface="Segoe UI"/>
              </a:defRPr>
            </a:pPr>
            <a:r>
              <a:rPr sz="1425" b="0">
                <a:solidFill>
                  <a:srgbClr val="5B6B78"/>
                </a:solidFill>
                <a:latin typeface="Segoe UI"/>
                <a:ea typeface="Segoe UI"/>
                <a:cs typeface="Segoe UI"/>
              </a:rPr>
              <a:t>‏רשומות Gold</a:t>
            </a:r>
          </a:p>
        </p:txBody>
      </p:sp>
      <p:sp>
        <p:nvSpPr>
          <p:cNvPr id="13" name="">
            <a:extLst xmlns:a="http://schemas.openxmlformats.org/drawingml/2006/main">
              <a:ext uri="{FF2B5EF4-FFF2-40B4-BE49-F238E27FC236}">
                <a16:creationId xmlns:a16="http://schemas.microsoft.com/office/drawing/2014/main" id="{6E1B9F5E-484E-4356-AC39-920EBD75CAEA}"/>
              </a:ext>
            </a:extLst>
          </p:cNvPr>
          <p:cNvSpPr>
            <a:spLocks xmlns:a="http://schemas.openxmlformats.org/drawingml/2006/main" noGrp="1"/>
          </p:cNvSpPr>
          <p:nvPr/>
        </p:nvSpPr>
        <p:spPr>
          <a:xfrm xmlns:a="http://schemas.openxmlformats.org/drawingml/2006/main">
            <a:off x="8743950" y="493395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950" b="1">
                <a:solidFill>
                  <a:srgbClr val="117C70"/>
                </a:solidFill>
                <a:latin typeface="Cascadia Mono"/>
                <a:ea typeface="Cascadia Mono"/>
                <a:cs typeface="Cascadia Mono"/>
              </a:defRPr>
            </a:pPr>
            <a:r>
              <a:rPr sz="1950" b="1">
                <a:solidFill>
                  <a:srgbClr val="117C70"/>
                </a:solidFill>
                <a:latin typeface="Cascadia Mono"/>
                <a:ea typeface="Cascadia Mono"/>
                <a:cs typeface="Cascadia Mono"/>
              </a:rPr>
              <a:t>937</a:t>
            </a:r>
          </a:p>
        </p:txBody>
      </p:sp>
      <p:sp>
        <p:nvSpPr>
          <p:cNvPr id="14" name="">
            <a:extLst xmlns:a="http://schemas.openxmlformats.org/drawingml/2006/main">
              <a:ext uri="{FF2B5EF4-FFF2-40B4-BE49-F238E27FC236}">
                <a16:creationId xmlns:a16="http://schemas.microsoft.com/office/drawing/2014/main" id="{DF4F3E05-3F57-4537-837F-8A27382E7236}"/>
              </a:ext>
            </a:extLst>
          </p:cNvPr>
          <p:cNvSpPr>
            <a:spLocks xmlns:a="http://schemas.openxmlformats.org/drawingml/2006/main" noGrp="1"/>
          </p:cNvSpPr>
          <p:nvPr/>
        </p:nvSpPr>
        <p:spPr>
          <a:xfrm xmlns:a="http://schemas.openxmlformats.org/drawingml/2006/main">
            <a:off x="10001250" y="4972050"/>
            <a:ext cx="1581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425" b="0">
                <a:solidFill>
                  <a:srgbClr val="5B6B78"/>
                </a:solidFill>
                <a:latin typeface="Segoe UI"/>
                <a:ea typeface="Segoe UI"/>
                <a:cs typeface="Segoe UI"/>
              </a:defRPr>
            </a:pPr>
            <a:r>
              <a:rPr sz="1425" b="0">
                <a:solidFill>
                  <a:srgbClr val="5B6B78"/>
                </a:solidFill>
                <a:latin typeface="Segoe UI"/>
                <a:ea typeface="Segoe UI"/>
                <a:cs typeface="Segoe UI"/>
              </a:rPr>
              <a:t>‏דיווחי SEC</a:t>
            </a:r>
          </a:p>
        </p:txBody>
      </p:sp>
    </p:spTree>
    <p:extLst>
      <p:ext uri="{BB962C8B-B14F-4D97-AF65-F5344CB8AC3E}">
        <p14:creationId xmlns:p14="http://schemas.microsoft.com/office/powerpoint/2010/main" val="1417630966"/>
      </p:ext>
    </p:extLst>
  </p:cSld>
</p:sld>
</file>

<file path=ppt/slides/slide8.xml><?xml version="1.0" encoding="utf-8"?>
<p:sld xmlns:p="http://schemas.openxmlformats.org/presentationml/2006/main">
  <p:cSld>
    <p:bg>
      <p:bgPr>
        <a:solidFill xmlns:a="http://schemas.openxmlformats.org/drawingml/2006/main">
          <a:srgbClr val="091827"/>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8F65615-3D0D-4190-A54D-C65E8C215AB5}"/>
              </a:ext>
            </a:extLst>
          </p:cNvPr>
          <p:cNvSpPr>
            <a:spLocks xmlns:a="http://schemas.openxmlformats.org/drawingml/2006/main" noGrp="1"/>
          </p:cNvSpPr>
          <p:nvPr/>
        </p:nvSpPr>
        <p:spPr>
          <a:xfrm xmlns:a="http://schemas.openxmlformats.org/drawingml/2006/main">
            <a:off x="609600" y="361950"/>
            <a:ext cx="400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75" b="1">
                <a:solidFill>
                  <a:srgbClr val="35D4B5"/>
                </a:solidFill>
                <a:latin typeface="Cascadia Mono"/>
                <a:ea typeface="Cascadia Mono"/>
                <a:cs typeface="Cascadia Mono"/>
              </a:defRPr>
            </a:pPr>
            <a:r>
              <a:rPr sz="975" b="1">
                <a:solidFill>
                  <a:srgbClr val="35D4B5"/>
                </a:solidFill>
                <a:latin typeface="Cascadia Mono"/>
                <a:ea typeface="Cascadia Mono"/>
                <a:cs typeface="Cascadia Mono"/>
              </a:rPr>
              <a:t>DECISION INTELLIGENCE</a:t>
            </a:r>
          </a:p>
        </p:txBody>
      </p:sp>
      <p:sp>
        <p:nvSpPr>
          <p:cNvPr id="2" name="">
            <a:extLst xmlns:a="http://schemas.openxmlformats.org/drawingml/2006/main">
              <a:ext uri="{FF2B5EF4-FFF2-40B4-BE49-F238E27FC236}">
                <a16:creationId xmlns:a16="http://schemas.microsoft.com/office/drawing/2014/main" id="{A8995B5A-E623-46E0-B1B7-C8BBB0EAE993}"/>
              </a:ext>
            </a:extLst>
          </p:cNvPr>
          <p:cNvSpPr>
            <a:spLocks xmlns:a="http://schemas.openxmlformats.org/drawingml/2006/main" noGrp="1"/>
          </p:cNvSpPr>
          <p:nvPr/>
        </p:nvSpPr>
        <p:spPr>
          <a:xfrm xmlns:a="http://schemas.openxmlformats.org/drawingml/2006/main">
            <a:off x="5810250" y="361950"/>
            <a:ext cx="5772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3000" b="1">
                <a:solidFill>
                  <a:srgbClr val="F8FBFF"/>
                </a:solidFill>
                <a:latin typeface="Segoe UI"/>
                <a:ea typeface="Segoe UI"/>
                <a:cs typeface="Segoe UI"/>
              </a:defRPr>
            </a:pPr>
            <a:r>
              <a:rPr sz="3000" b="1">
                <a:solidFill>
                  <a:srgbClr val="F8FBFF"/>
                </a:solidFill>
                <a:latin typeface="Segoe UI"/>
                <a:ea typeface="Segoe UI"/>
                <a:cs typeface="Segoe UI"/>
              </a:rPr>
              <a:t>‏מתוצאה טכנית לתרחיש החלטה</a:t>
            </a:r>
          </a:p>
        </p:txBody>
      </p:sp>
      <p:sp>
        <p:nvSpPr>
          <p:cNvPr id="3" name="">
            <a:extLst xmlns:a="http://schemas.openxmlformats.org/drawingml/2006/main">
              <a:ext uri="{FF2B5EF4-FFF2-40B4-BE49-F238E27FC236}">
                <a16:creationId xmlns:a16="http://schemas.microsoft.com/office/drawing/2014/main" id="{F9B6BE41-0334-4DFD-AE51-B188E078174D}"/>
              </a:ext>
            </a:extLst>
          </p:cNvPr>
          <p:cNvSpPr>
            <a:spLocks xmlns:a="http://schemas.openxmlformats.org/drawingml/2006/main" noGrp="1"/>
          </p:cNvSpPr>
          <p:nvPr/>
        </p:nvSpPr>
        <p:spPr>
          <a:xfrm xmlns:a="http://schemas.openxmlformats.org/drawingml/2006/main">
            <a:off x="495300" y="6438900"/>
            <a:ext cx="3429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25" b="1">
                <a:solidFill>
                  <a:srgbClr val="9AB1C5"/>
                </a:solidFill>
                <a:latin typeface="Cascadia Mono"/>
                <a:ea typeface="Cascadia Mono"/>
                <a:cs typeface="Cascadia Mono"/>
              </a:defRPr>
            </a:pPr>
            <a:r>
              <a:rPr sz="825" b="1">
                <a:solidFill>
                  <a:srgbClr val="9AB1C5"/>
                </a:solidFill>
                <a:latin typeface="Cascadia Mono"/>
                <a:ea typeface="Cascadia Mono"/>
                <a:cs typeface="Cascadia Mono"/>
              </a:rPr>
              <a:t>08</a:t>
            </a:r>
          </a:p>
        </p:txBody>
      </p:sp>
      <p:sp>
        <p:nvSpPr>
          <p:cNvPr id="4" name="">
            <a:extLst xmlns:a="http://schemas.openxmlformats.org/drawingml/2006/main">
              <a:ext uri="{FF2B5EF4-FFF2-40B4-BE49-F238E27FC236}">
                <a16:creationId xmlns:a16="http://schemas.microsoft.com/office/drawing/2014/main" id="{D4047AA8-16B2-4494-9846-1E83DBC05933}"/>
              </a:ext>
            </a:extLst>
          </p:cNvPr>
          <p:cNvSpPr>
            <a:spLocks xmlns:a="http://schemas.openxmlformats.org/drawingml/2006/main" noGrp="1"/>
          </p:cNvSpPr>
          <p:nvPr/>
        </p:nvSpPr>
        <p:spPr>
          <a:xfrm xmlns:a="http://schemas.openxmlformats.org/drawingml/2006/main">
            <a:off x="914400" y="6534150"/>
            <a:ext cx="10744200" cy="0"/>
          </a:xfrm>
          <a:prstGeom xmlns:a="http://schemas.openxmlformats.org/drawingml/2006/main" prst="line">
            <a:avLst/>
          </a:prstGeom>
          <a:noFill xmlns:a="http://schemas.openxmlformats.org/drawingml/2006/main"/>
          <a:ln xmlns:a="http://schemas.openxmlformats.org/drawingml/2006/main" w="9525">
            <a:solidFill>
              <a:srgbClr val="294157"/>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b2bd64dc316548e1"/>
          <a:srcRect xmlns:a="http://schemas.openxmlformats.org/drawingml/2006/main" l="2553" t="0" r="2553" b="0"/>
          <a:stretch xmlns:a="http://schemas.openxmlformats.org/drawingml/2006/main">
            <a:fillRect l="0" t="0" r="0" b="0"/>
          </a:stretch>
        </p:blipFill>
        <p:spPr>
          <a:xfrm xmlns:a="http://schemas.openxmlformats.org/drawingml/2006/main">
            <a:off x="457200" y="1352550"/>
            <a:ext cx="7905750" cy="4686300"/>
          </a:xfrm>
          <a:prstGeom xmlns:a="http://schemas.openxmlformats.org/drawingml/2006/main" prst="roundRect">
            <a:avLst>
              <a:gd name="adj" fmla="val 2846"/>
            </a:avLst>
          </a:prstGeom>
        </p:spPr>
      </p:pic>
      <p:sp>
        <p:nvSpPr>
          <p:cNvPr id="6" name="">
            <a:extLst xmlns:a="http://schemas.openxmlformats.org/drawingml/2006/main">
              <a:ext uri="{FF2B5EF4-FFF2-40B4-BE49-F238E27FC236}">
                <a16:creationId xmlns:a16="http://schemas.microsoft.com/office/drawing/2014/main" id="{553E48E3-E693-4CE7-950F-537F608CCB7D}"/>
              </a:ext>
            </a:extLst>
          </p:cNvPr>
          <p:cNvSpPr>
            <a:spLocks xmlns:a="http://schemas.openxmlformats.org/drawingml/2006/main" noGrp="1"/>
          </p:cNvSpPr>
          <p:nvPr/>
        </p:nvSpPr>
        <p:spPr>
          <a:xfrm xmlns:a="http://schemas.openxmlformats.org/drawingml/2006/main">
            <a:off x="8763000" y="1466850"/>
            <a:ext cx="2762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2100" b="1">
                <a:solidFill>
                  <a:srgbClr val="F8FBFF"/>
                </a:solidFill>
                <a:latin typeface="Segoe UI"/>
                <a:ea typeface="Segoe UI"/>
                <a:cs typeface="Segoe UI"/>
              </a:defRPr>
            </a:pPr>
            <a:r>
              <a:rPr sz="2100" b="1">
                <a:solidFill>
                  <a:srgbClr val="F8FBFF"/>
                </a:solidFill>
                <a:latin typeface="Segoe UI"/>
                <a:ea typeface="Segoe UI"/>
                <a:cs typeface="Segoe UI"/>
              </a:rPr>
              <a:t>‏לא מחיר קסם</a:t>
            </a:r>
          </a:p>
        </p:txBody>
      </p:sp>
      <p:sp>
        <p:nvSpPr>
          <p:cNvPr id="7" name="">
            <a:extLst xmlns:a="http://schemas.openxmlformats.org/drawingml/2006/main">
              <a:ext uri="{FF2B5EF4-FFF2-40B4-BE49-F238E27FC236}">
                <a16:creationId xmlns:a16="http://schemas.microsoft.com/office/drawing/2014/main" id="{1A1DAD32-C397-43E4-811F-B86ABAA42AC1}"/>
              </a:ext>
            </a:extLst>
          </p:cNvPr>
          <p:cNvSpPr>
            <a:spLocks xmlns:a="http://schemas.openxmlformats.org/drawingml/2006/main" noGrp="1"/>
          </p:cNvSpPr>
          <p:nvPr/>
        </p:nvSpPr>
        <p:spPr>
          <a:xfrm xmlns:a="http://schemas.openxmlformats.org/drawingml/2006/main">
            <a:off x="8763000" y="2114550"/>
            <a:ext cx="2686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50" b="1">
                <a:solidFill>
                  <a:srgbClr val="35D4B5"/>
                </a:solidFill>
                <a:latin typeface="Cascadia Mono"/>
                <a:ea typeface="Cascadia Mono"/>
                <a:cs typeface="Cascadia Mono"/>
              </a:defRPr>
            </a:pPr>
            <a:r>
              <a:rPr sz="1050" b="1">
                <a:solidFill>
                  <a:srgbClr val="35D4B5"/>
                </a:solidFill>
                <a:latin typeface="Cascadia Mono"/>
                <a:ea typeface="Cascadia Mono"/>
                <a:cs typeface="Cascadia Mono"/>
              </a:rPr>
              <a:t>BUY ZONE</a:t>
            </a:r>
          </a:p>
        </p:txBody>
      </p:sp>
      <p:sp>
        <p:nvSpPr>
          <p:cNvPr id="8" name="">
            <a:extLst xmlns:a="http://schemas.openxmlformats.org/drawingml/2006/main">
              <a:ext uri="{FF2B5EF4-FFF2-40B4-BE49-F238E27FC236}">
                <a16:creationId xmlns:a16="http://schemas.microsoft.com/office/drawing/2014/main" id="{B23415E2-6DD0-4A17-BC6E-323E628AA483}"/>
              </a:ext>
            </a:extLst>
          </p:cNvPr>
          <p:cNvSpPr>
            <a:spLocks xmlns:a="http://schemas.openxmlformats.org/drawingml/2006/main" noGrp="1"/>
          </p:cNvSpPr>
          <p:nvPr/>
        </p:nvSpPr>
        <p:spPr>
          <a:xfrm xmlns:a="http://schemas.openxmlformats.org/drawingml/2006/main">
            <a:off x="8763000" y="2381250"/>
            <a:ext cx="2686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650" b="0">
                <a:solidFill>
                  <a:srgbClr val="F8FBFF"/>
                </a:solidFill>
                <a:latin typeface="Segoe UI"/>
                <a:ea typeface="Segoe UI"/>
                <a:cs typeface="Segoe UI"/>
              </a:defRPr>
            </a:pPr>
            <a:r>
              <a:rPr sz="1650" b="0">
                <a:solidFill>
                  <a:srgbClr val="F8FBFF"/>
                </a:solidFill>
                <a:latin typeface="Segoe UI"/>
                <a:ea typeface="Segoe UI"/>
                <a:cs typeface="Segoe UI"/>
              </a:rPr>
              <a:t>‏טווח כניסה</a:t>
            </a:r>
          </a:p>
        </p:txBody>
      </p:sp>
      <p:sp>
        <p:nvSpPr>
          <p:cNvPr id="9" name="">
            <a:extLst xmlns:a="http://schemas.openxmlformats.org/drawingml/2006/main">
              <a:ext uri="{FF2B5EF4-FFF2-40B4-BE49-F238E27FC236}">
                <a16:creationId xmlns:a16="http://schemas.microsoft.com/office/drawing/2014/main" id="{2B490354-EFF2-4FE6-BAEB-C57FE66AA922}"/>
              </a:ext>
            </a:extLst>
          </p:cNvPr>
          <p:cNvSpPr>
            <a:spLocks xmlns:a="http://schemas.openxmlformats.org/drawingml/2006/main" noGrp="1"/>
          </p:cNvSpPr>
          <p:nvPr/>
        </p:nvSpPr>
        <p:spPr>
          <a:xfrm xmlns:a="http://schemas.openxmlformats.org/drawingml/2006/main">
            <a:off x="8763000" y="2800350"/>
            <a:ext cx="2686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50" b="1">
                <a:solidFill>
                  <a:srgbClr val="EF7484"/>
                </a:solidFill>
                <a:latin typeface="Cascadia Mono"/>
                <a:ea typeface="Cascadia Mono"/>
                <a:cs typeface="Cascadia Mono"/>
              </a:defRPr>
            </a:pPr>
            <a:r>
              <a:rPr sz="1050" b="1">
                <a:solidFill>
                  <a:srgbClr val="EF7484"/>
                </a:solidFill>
                <a:latin typeface="Cascadia Mono"/>
                <a:ea typeface="Cascadia Mono"/>
                <a:cs typeface="Cascadia Mono"/>
              </a:rPr>
              <a:t>STOP</a:t>
            </a:r>
          </a:p>
        </p:txBody>
      </p:sp>
      <p:sp>
        <p:nvSpPr>
          <p:cNvPr id="10" name="">
            <a:extLst xmlns:a="http://schemas.openxmlformats.org/drawingml/2006/main">
              <a:ext uri="{FF2B5EF4-FFF2-40B4-BE49-F238E27FC236}">
                <a16:creationId xmlns:a16="http://schemas.microsoft.com/office/drawing/2014/main" id="{12D59194-4AA4-4D6F-B49D-74EAD52D1356}"/>
              </a:ext>
            </a:extLst>
          </p:cNvPr>
          <p:cNvSpPr>
            <a:spLocks xmlns:a="http://schemas.openxmlformats.org/drawingml/2006/main" noGrp="1"/>
          </p:cNvSpPr>
          <p:nvPr/>
        </p:nvSpPr>
        <p:spPr>
          <a:xfrm xmlns:a="http://schemas.openxmlformats.org/drawingml/2006/main">
            <a:off x="8763000" y="3067050"/>
            <a:ext cx="2686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650" b="0">
                <a:solidFill>
                  <a:srgbClr val="F8FBFF"/>
                </a:solidFill>
                <a:latin typeface="Segoe UI"/>
                <a:ea typeface="Segoe UI"/>
                <a:cs typeface="Segoe UI"/>
              </a:defRPr>
            </a:pPr>
            <a:r>
              <a:rPr sz="1650" b="0">
                <a:solidFill>
                  <a:srgbClr val="F8FBFF"/>
                </a:solidFill>
                <a:latin typeface="Segoe UI"/>
                <a:ea typeface="Segoe UI"/>
                <a:cs typeface="Segoe UI"/>
              </a:rPr>
              <a:t>‏נקודת ביטול</a:t>
            </a:r>
          </a:p>
        </p:txBody>
      </p:sp>
      <p:sp>
        <p:nvSpPr>
          <p:cNvPr id="11" name="">
            <a:extLst xmlns:a="http://schemas.openxmlformats.org/drawingml/2006/main">
              <a:ext uri="{FF2B5EF4-FFF2-40B4-BE49-F238E27FC236}">
                <a16:creationId xmlns:a16="http://schemas.microsoft.com/office/drawing/2014/main" id="{B0108439-2398-4E08-944B-34126F9131B8}"/>
              </a:ext>
            </a:extLst>
          </p:cNvPr>
          <p:cNvSpPr>
            <a:spLocks xmlns:a="http://schemas.openxmlformats.org/drawingml/2006/main" noGrp="1"/>
          </p:cNvSpPr>
          <p:nvPr/>
        </p:nvSpPr>
        <p:spPr>
          <a:xfrm xmlns:a="http://schemas.openxmlformats.org/drawingml/2006/main">
            <a:off x="8763000" y="3486150"/>
            <a:ext cx="2686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50" b="1">
                <a:solidFill>
                  <a:srgbClr val="35D4B5"/>
                </a:solidFill>
                <a:latin typeface="Cascadia Mono"/>
                <a:ea typeface="Cascadia Mono"/>
                <a:cs typeface="Cascadia Mono"/>
              </a:defRPr>
            </a:pPr>
            <a:r>
              <a:rPr sz="1050" b="1">
                <a:solidFill>
                  <a:srgbClr val="35D4B5"/>
                </a:solidFill>
                <a:latin typeface="Cascadia Mono"/>
                <a:ea typeface="Cascadia Mono"/>
                <a:cs typeface="Cascadia Mono"/>
              </a:rPr>
              <a:t>TARGET 1 / 2</a:t>
            </a:r>
          </a:p>
        </p:txBody>
      </p:sp>
      <p:sp>
        <p:nvSpPr>
          <p:cNvPr id="12" name="">
            <a:extLst xmlns:a="http://schemas.openxmlformats.org/drawingml/2006/main">
              <a:ext uri="{FF2B5EF4-FFF2-40B4-BE49-F238E27FC236}">
                <a16:creationId xmlns:a16="http://schemas.microsoft.com/office/drawing/2014/main" id="{3AD70B4F-8C41-48A8-A044-6AC28E64F577}"/>
              </a:ext>
            </a:extLst>
          </p:cNvPr>
          <p:cNvSpPr>
            <a:spLocks xmlns:a="http://schemas.openxmlformats.org/drawingml/2006/main" noGrp="1"/>
          </p:cNvSpPr>
          <p:nvPr/>
        </p:nvSpPr>
        <p:spPr>
          <a:xfrm xmlns:a="http://schemas.openxmlformats.org/drawingml/2006/main">
            <a:off x="8763000" y="3752850"/>
            <a:ext cx="2686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650" b="0">
                <a:solidFill>
                  <a:srgbClr val="F8FBFF"/>
                </a:solidFill>
                <a:latin typeface="Segoe UI"/>
                <a:ea typeface="Segoe UI"/>
                <a:cs typeface="Segoe UI"/>
              </a:defRPr>
            </a:pPr>
            <a:r>
              <a:rPr sz="1650" b="0">
                <a:solidFill>
                  <a:srgbClr val="F8FBFF"/>
                </a:solidFill>
                <a:latin typeface="Segoe UI"/>
                <a:ea typeface="Segoe UI"/>
                <a:cs typeface="Segoe UI"/>
              </a:rPr>
              <a:t>‏שני תרחישי מימוש</a:t>
            </a:r>
          </a:p>
        </p:txBody>
      </p:sp>
      <p:sp>
        <p:nvSpPr>
          <p:cNvPr id="13" name="">
            <a:extLst xmlns:a="http://schemas.openxmlformats.org/drawingml/2006/main">
              <a:ext uri="{FF2B5EF4-FFF2-40B4-BE49-F238E27FC236}">
                <a16:creationId xmlns:a16="http://schemas.microsoft.com/office/drawing/2014/main" id="{F1E5A911-0F87-4A88-9177-B96DF7B5DFAF}"/>
              </a:ext>
            </a:extLst>
          </p:cNvPr>
          <p:cNvSpPr>
            <a:spLocks xmlns:a="http://schemas.openxmlformats.org/drawingml/2006/main" noGrp="1"/>
          </p:cNvSpPr>
          <p:nvPr/>
        </p:nvSpPr>
        <p:spPr>
          <a:xfrm xmlns:a="http://schemas.openxmlformats.org/drawingml/2006/main">
            <a:off x="8763000" y="4171950"/>
            <a:ext cx="2686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50" b="1">
                <a:solidFill>
                  <a:srgbClr val="35D4B5"/>
                </a:solidFill>
                <a:latin typeface="Cascadia Mono"/>
                <a:ea typeface="Cascadia Mono"/>
                <a:cs typeface="Cascadia Mono"/>
              </a:defRPr>
            </a:pPr>
            <a:r>
              <a:rPr sz="1050" b="1">
                <a:solidFill>
                  <a:srgbClr val="35D4B5"/>
                </a:solidFill>
                <a:latin typeface="Cascadia Mono"/>
                <a:ea typeface="Cascadia Mono"/>
                <a:cs typeface="Cascadia Mono"/>
              </a:rPr>
              <a:t>RISK / REWARD</a:t>
            </a:r>
          </a:p>
        </p:txBody>
      </p:sp>
      <p:sp>
        <p:nvSpPr>
          <p:cNvPr id="14" name="">
            <a:extLst xmlns:a="http://schemas.openxmlformats.org/drawingml/2006/main">
              <a:ext uri="{FF2B5EF4-FFF2-40B4-BE49-F238E27FC236}">
                <a16:creationId xmlns:a16="http://schemas.microsoft.com/office/drawing/2014/main" id="{9A1E9CD1-95BD-46EB-B5B3-64ADFCF9F3B8}"/>
              </a:ext>
            </a:extLst>
          </p:cNvPr>
          <p:cNvSpPr>
            <a:spLocks xmlns:a="http://schemas.openxmlformats.org/drawingml/2006/main" noGrp="1"/>
          </p:cNvSpPr>
          <p:nvPr/>
        </p:nvSpPr>
        <p:spPr>
          <a:xfrm xmlns:a="http://schemas.openxmlformats.org/drawingml/2006/main">
            <a:off x="8763000" y="4438650"/>
            <a:ext cx="2686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650" b="0">
                <a:solidFill>
                  <a:srgbClr val="F8FBFF"/>
                </a:solidFill>
                <a:latin typeface="Segoe UI"/>
                <a:ea typeface="Segoe UI"/>
                <a:cs typeface="Segoe UI"/>
              </a:defRPr>
            </a:pPr>
            <a:r>
              <a:rPr sz="1650" b="0">
                <a:solidFill>
                  <a:srgbClr val="F8FBFF"/>
                </a:solidFill>
                <a:latin typeface="Segoe UI"/>
                <a:ea typeface="Segoe UI"/>
                <a:cs typeface="Segoe UI"/>
              </a:rPr>
              <a:t>‏סיכון מול פוטנציאל</a:t>
            </a:r>
          </a:p>
        </p:txBody>
      </p:sp>
      <p:sp>
        <p:nvSpPr>
          <p:cNvPr id="15" name="">
            <a:extLst xmlns:a="http://schemas.openxmlformats.org/drawingml/2006/main">
              <a:ext uri="{FF2B5EF4-FFF2-40B4-BE49-F238E27FC236}">
                <a16:creationId xmlns:a16="http://schemas.microsoft.com/office/drawing/2014/main" id="{7C9D5271-2995-4245-B875-751834B6D64B}"/>
              </a:ext>
            </a:extLst>
          </p:cNvPr>
          <p:cNvSpPr>
            <a:spLocks xmlns:a="http://schemas.openxmlformats.org/drawingml/2006/main" noGrp="1"/>
          </p:cNvSpPr>
          <p:nvPr/>
        </p:nvSpPr>
        <p:spPr>
          <a:xfrm xmlns:a="http://schemas.openxmlformats.org/drawingml/2006/main">
            <a:off x="8763000" y="4953000"/>
            <a:ext cx="2762250" cy="19050"/>
          </a:xfrm>
          <a:prstGeom xmlns:a="http://schemas.openxmlformats.org/drawingml/2006/main" prst="rect">
            <a:avLst/>
          </a:prstGeom>
          <a:solidFill xmlns:a="http://schemas.openxmlformats.org/drawingml/2006/main">
            <a:srgbClr val="294157"/>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9684D17-C427-452A-9B63-A0D6B2F6CDF6}"/>
              </a:ext>
            </a:extLst>
          </p:cNvPr>
          <p:cNvSpPr>
            <a:spLocks xmlns:a="http://schemas.openxmlformats.org/drawingml/2006/main" noGrp="1"/>
          </p:cNvSpPr>
          <p:nvPr/>
        </p:nvSpPr>
        <p:spPr>
          <a:xfrm xmlns:a="http://schemas.openxmlformats.org/drawingml/2006/main">
            <a:off x="8763000" y="5200650"/>
            <a:ext cx="95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800" b="1">
                <a:solidFill>
                  <a:srgbClr val="F4B94F"/>
                </a:solidFill>
                <a:latin typeface="Cascadia Mono"/>
                <a:ea typeface="Cascadia Mono"/>
                <a:cs typeface="Cascadia Mono"/>
              </a:defRPr>
            </a:pPr>
            <a:r>
              <a:rPr sz="1800" b="1">
                <a:solidFill>
                  <a:srgbClr val="F4B94F"/>
                </a:solidFill>
                <a:latin typeface="Cascadia Mono"/>
                <a:ea typeface="Cascadia Mono"/>
                <a:cs typeface="Cascadia Mono"/>
              </a:rPr>
              <a:t>1 / 20</a:t>
            </a:r>
          </a:p>
        </p:txBody>
      </p:sp>
      <p:sp>
        <p:nvSpPr>
          <p:cNvPr id="17" name="">
            <a:extLst xmlns:a="http://schemas.openxmlformats.org/drawingml/2006/main">
              <a:ext uri="{FF2B5EF4-FFF2-40B4-BE49-F238E27FC236}">
                <a16:creationId xmlns:a16="http://schemas.microsoft.com/office/drawing/2014/main" id="{2D95C6C2-99DD-459C-9050-1AF4A219F64A}"/>
              </a:ext>
            </a:extLst>
          </p:cNvPr>
          <p:cNvSpPr>
            <a:spLocks xmlns:a="http://schemas.openxmlformats.org/drawingml/2006/main" noGrp="1"/>
          </p:cNvSpPr>
          <p:nvPr/>
        </p:nvSpPr>
        <p:spPr>
          <a:xfrm xmlns:a="http://schemas.openxmlformats.org/drawingml/2006/main">
            <a:off x="9791700" y="5238750"/>
            <a:ext cx="1733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350" b="0">
                <a:solidFill>
                  <a:srgbClr val="9AB1C5"/>
                </a:solidFill>
                <a:latin typeface="Segoe UI"/>
                <a:ea typeface="Segoe UI"/>
                <a:cs typeface="Segoe UI"/>
              </a:defRPr>
            </a:pPr>
            <a:r>
              <a:rPr sz="1350" b="0">
                <a:solidFill>
                  <a:srgbClr val="9AB1C5"/>
                </a:solidFill>
                <a:latin typeface="Segoe UI"/>
                <a:ea typeface="Segoe UI"/>
                <a:cs typeface="Segoe UI"/>
              </a:rPr>
              <a:t>‏ימי ⁦Shadow Mode⁩ חיים</a:t>
            </a:r>
          </a:p>
        </p:txBody>
      </p:sp>
      <p:sp>
        <p:nvSpPr>
          <p:cNvPr id="18" name="">
            <a:extLst xmlns:a="http://schemas.openxmlformats.org/drawingml/2006/main">
              <a:ext uri="{FF2B5EF4-FFF2-40B4-BE49-F238E27FC236}">
                <a16:creationId xmlns:a16="http://schemas.microsoft.com/office/drawing/2014/main" id="{E7B33DD3-2AE2-485D-9D78-EACEF9D948F1}"/>
              </a:ext>
            </a:extLst>
          </p:cNvPr>
          <p:cNvSpPr>
            <a:spLocks xmlns:a="http://schemas.openxmlformats.org/drawingml/2006/main" noGrp="1"/>
          </p:cNvSpPr>
          <p:nvPr/>
        </p:nvSpPr>
        <p:spPr>
          <a:xfrm xmlns:a="http://schemas.openxmlformats.org/drawingml/2006/main">
            <a:off x="8763000" y="5619750"/>
            <a:ext cx="2762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350" b="0">
                <a:solidFill>
                  <a:srgbClr val="EF7484"/>
                </a:solidFill>
                <a:latin typeface="Segoe UI"/>
                <a:ea typeface="Segoe UI"/>
                <a:cs typeface="Segoe UI"/>
              </a:defRPr>
            </a:pPr>
            <a:r>
              <a:rPr sz="1350" b="0">
                <a:solidFill>
                  <a:srgbClr val="EF7484"/>
                </a:solidFill>
                <a:latin typeface="Segoe UI"/>
                <a:ea typeface="Segoe UI"/>
                <a:cs typeface="Segoe UI"/>
              </a:rPr>
              <a:t>‏אין פקודה, אין הבטחת תשואה</a:t>
            </a:r>
          </a:p>
        </p:txBody>
      </p:sp>
    </p:spTree>
    <p:extLst>
      <p:ext uri="{BB962C8B-B14F-4D97-AF65-F5344CB8AC3E}">
        <p14:creationId xmlns:p14="http://schemas.microsoft.com/office/powerpoint/2010/main" val="199915276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188DB9A-1EB1-439F-9087-47CAE33C0945}"/>
              </a:ext>
            </a:extLst>
          </p:cNvPr>
          <p:cNvSpPr>
            <a:spLocks xmlns:a="http://schemas.openxmlformats.org/drawingml/2006/main" noGrp="1"/>
          </p:cNvSpPr>
          <p:nvPr/>
        </p:nvSpPr>
        <p:spPr>
          <a:xfrm xmlns:a="http://schemas.openxmlformats.org/drawingml/2006/main">
            <a:off x="609600" y="361950"/>
            <a:ext cx="400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75" b="1">
                <a:solidFill>
                  <a:srgbClr val="117C70"/>
                </a:solidFill>
                <a:latin typeface="Cascadia Mono"/>
                <a:ea typeface="Cascadia Mono"/>
                <a:cs typeface="Cascadia Mono"/>
              </a:defRPr>
            </a:pPr>
            <a:r>
              <a:rPr sz="975" b="1">
                <a:solidFill>
                  <a:srgbClr val="117C70"/>
                </a:solidFill>
                <a:latin typeface="Cascadia Mono"/>
                <a:ea typeface="Cascadia Mono"/>
                <a:cs typeface="Cascadia Mono"/>
              </a:rPr>
              <a:t>HISTORICAL VALIDATION</a:t>
            </a:r>
          </a:p>
        </p:txBody>
      </p:sp>
      <p:sp>
        <p:nvSpPr>
          <p:cNvPr id="2" name="">
            <a:extLst xmlns:a="http://schemas.openxmlformats.org/drawingml/2006/main">
              <a:ext uri="{FF2B5EF4-FFF2-40B4-BE49-F238E27FC236}">
                <a16:creationId xmlns:a16="http://schemas.microsoft.com/office/drawing/2014/main" id="{6312B8CE-2016-4646-8B65-95C068FE24AD}"/>
              </a:ext>
            </a:extLst>
          </p:cNvPr>
          <p:cNvSpPr>
            <a:spLocks xmlns:a="http://schemas.openxmlformats.org/drawingml/2006/main" noGrp="1"/>
          </p:cNvSpPr>
          <p:nvPr/>
        </p:nvSpPr>
        <p:spPr>
          <a:xfrm xmlns:a="http://schemas.openxmlformats.org/drawingml/2006/main">
            <a:off x="5810250" y="361950"/>
            <a:ext cx="5772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3000" b="1">
                <a:solidFill>
                  <a:srgbClr val="091827"/>
                </a:solidFill>
                <a:latin typeface="Segoe UI"/>
                <a:ea typeface="Segoe UI"/>
                <a:cs typeface="Segoe UI"/>
              </a:defRPr>
            </a:pPr>
            <a:r>
              <a:rPr sz="3000" b="1">
                <a:solidFill>
                  <a:srgbClr val="091827"/>
                </a:solidFill>
                <a:latin typeface="Segoe UI"/>
                <a:ea typeface="Segoe UI"/>
                <a:cs typeface="Segoe UI"/>
              </a:rPr>
              <a:t>‏היסטוריה שנבדקת בלי לייפות</a:t>
            </a:r>
          </a:p>
        </p:txBody>
      </p:sp>
      <p:sp>
        <p:nvSpPr>
          <p:cNvPr id="3" name="">
            <a:extLst xmlns:a="http://schemas.openxmlformats.org/drawingml/2006/main">
              <a:ext uri="{FF2B5EF4-FFF2-40B4-BE49-F238E27FC236}">
                <a16:creationId xmlns:a16="http://schemas.microsoft.com/office/drawing/2014/main" id="{F6E06A9E-B60F-4662-ACD1-3EF6DD6AF268}"/>
              </a:ext>
            </a:extLst>
          </p:cNvPr>
          <p:cNvSpPr>
            <a:spLocks xmlns:a="http://schemas.openxmlformats.org/drawingml/2006/main" noGrp="1"/>
          </p:cNvSpPr>
          <p:nvPr/>
        </p:nvSpPr>
        <p:spPr>
          <a:xfrm xmlns:a="http://schemas.openxmlformats.org/drawingml/2006/main">
            <a:off x="495300" y="6438900"/>
            <a:ext cx="3429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25" b="1">
                <a:solidFill>
                  <a:srgbClr val="5B6B78"/>
                </a:solidFill>
                <a:latin typeface="Cascadia Mono"/>
                <a:ea typeface="Cascadia Mono"/>
                <a:cs typeface="Cascadia Mono"/>
              </a:defRPr>
            </a:pPr>
            <a:r>
              <a:rPr sz="825" b="1">
                <a:solidFill>
                  <a:srgbClr val="5B6B78"/>
                </a:solidFill>
                <a:latin typeface="Cascadia Mono"/>
                <a:ea typeface="Cascadia Mono"/>
                <a:cs typeface="Cascadia Mono"/>
              </a:rPr>
              <a:t>09</a:t>
            </a:r>
          </a:p>
        </p:txBody>
      </p:sp>
      <p:sp>
        <p:nvSpPr>
          <p:cNvPr id="4" name="">
            <a:extLst xmlns:a="http://schemas.openxmlformats.org/drawingml/2006/main">
              <a:ext uri="{FF2B5EF4-FFF2-40B4-BE49-F238E27FC236}">
                <a16:creationId xmlns:a16="http://schemas.microsoft.com/office/drawing/2014/main" id="{ADEF216F-2B79-40D5-95E7-2168054C696E}"/>
              </a:ext>
            </a:extLst>
          </p:cNvPr>
          <p:cNvSpPr>
            <a:spLocks xmlns:a="http://schemas.openxmlformats.org/drawingml/2006/main" noGrp="1"/>
          </p:cNvSpPr>
          <p:nvPr/>
        </p:nvSpPr>
        <p:spPr>
          <a:xfrm xmlns:a="http://schemas.openxmlformats.org/drawingml/2006/main">
            <a:off x="914400" y="6534150"/>
            <a:ext cx="10744200" cy="0"/>
          </a:xfrm>
          <a:prstGeom xmlns:a="http://schemas.openxmlformats.org/drawingml/2006/main" prst="line">
            <a:avLst/>
          </a:prstGeom>
          <a:noFill xmlns:a="http://schemas.openxmlformats.org/drawingml/2006/main"/>
          <a:ln xmlns:a="http://schemas.openxmlformats.org/drawingml/2006/main" w="9525">
            <a:solidFill>
              <a:srgbClr val="C9D2D8"/>
            </a:solidFill>
            <a:prstDash val="solid"/>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a9a850fe7ffc460a"/>
          <a:srcRect xmlns:a="http://schemas.openxmlformats.org/drawingml/2006/main" l="1389" t="0" r="1389" b="0"/>
          <a:stretch xmlns:a="http://schemas.openxmlformats.org/drawingml/2006/main">
            <a:fillRect l="0" t="0" r="0" b="0"/>
          </a:stretch>
        </p:blipFill>
        <p:spPr>
          <a:xfrm xmlns:a="http://schemas.openxmlformats.org/drawingml/2006/main">
            <a:off x="495300" y="1276350"/>
            <a:ext cx="8001000" cy="4629150"/>
          </a:xfrm>
          <a:prstGeom xmlns:a="http://schemas.openxmlformats.org/drawingml/2006/main" prst="roundRect">
            <a:avLst>
              <a:gd name="adj" fmla="val 2881"/>
            </a:avLst>
          </a:prstGeom>
        </p:spPr>
      </p:pic>
      <p:sp>
        <p:nvSpPr>
          <p:cNvPr id="6" name="">
            <a:extLst xmlns:a="http://schemas.openxmlformats.org/drawingml/2006/main">
              <a:ext uri="{FF2B5EF4-FFF2-40B4-BE49-F238E27FC236}">
                <a16:creationId xmlns:a16="http://schemas.microsoft.com/office/drawing/2014/main" id="{D1F88D73-E66E-41C4-BF6A-D04BDFEA3C34}"/>
              </a:ext>
            </a:extLst>
          </p:cNvPr>
          <p:cNvSpPr>
            <a:spLocks xmlns:a="http://schemas.openxmlformats.org/drawingml/2006/main" noGrp="1"/>
          </p:cNvSpPr>
          <p:nvPr/>
        </p:nvSpPr>
        <p:spPr>
          <a:xfrm xmlns:a="http://schemas.openxmlformats.org/drawingml/2006/main">
            <a:off x="8858250" y="1409700"/>
            <a:ext cx="266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950" b="1">
                <a:solidFill>
                  <a:srgbClr val="091827"/>
                </a:solidFill>
                <a:latin typeface="Segoe UI"/>
                <a:ea typeface="Segoe UI"/>
                <a:cs typeface="Segoe UI"/>
              </a:defRPr>
            </a:pPr>
            <a:r>
              <a:rPr sz="1950" b="1">
                <a:solidFill>
                  <a:srgbClr val="091827"/>
                </a:solidFill>
                <a:latin typeface="Segoe UI"/>
                <a:ea typeface="Segoe UI"/>
                <a:cs typeface="Segoe UI"/>
              </a:rPr>
              <a:t>‏ריצה מאושרת</a:t>
            </a:r>
          </a:p>
        </p:txBody>
      </p:sp>
      <p:sp>
        <p:nvSpPr>
          <p:cNvPr id="7" name="">
            <a:extLst xmlns:a="http://schemas.openxmlformats.org/drawingml/2006/main">
              <a:ext uri="{FF2B5EF4-FFF2-40B4-BE49-F238E27FC236}">
                <a16:creationId xmlns:a16="http://schemas.microsoft.com/office/drawing/2014/main" id="{4B35BE9E-51DE-4A01-8FEB-E4784F3FCFBE}"/>
              </a:ext>
            </a:extLst>
          </p:cNvPr>
          <p:cNvSpPr>
            <a:spLocks xmlns:a="http://schemas.openxmlformats.org/drawingml/2006/main" noGrp="1"/>
          </p:cNvSpPr>
          <p:nvPr/>
        </p:nvSpPr>
        <p:spPr>
          <a:xfrm xmlns:a="http://schemas.openxmlformats.org/drawingml/2006/main">
            <a:off x="8858250" y="2057400"/>
            <a:ext cx="266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400" b="1">
                <a:solidFill>
                  <a:srgbClr val="117C70"/>
                </a:solidFill>
                <a:latin typeface="Cascadia Mono"/>
                <a:ea typeface="Cascadia Mono"/>
                <a:cs typeface="Cascadia Mono"/>
              </a:defRPr>
            </a:pPr>
            <a:r>
              <a:rPr sz="2400" b="1">
                <a:solidFill>
                  <a:srgbClr val="117C70"/>
                </a:solidFill>
                <a:latin typeface="Cascadia Mono"/>
                <a:ea typeface="Cascadia Mono"/>
                <a:cs typeface="Cascadia Mono"/>
              </a:rPr>
              <a:t>41</a:t>
            </a:r>
          </a:p>
        </p:txBody>
      </p:sp>
      <p:sp>
        <p:nvSpPr>
          <p:cNvPr id="8" name="">
            <a:extLst xmlns:a="http://schemas.openxmlformats.org/drawingml/2006/main">
              <a:ext uri="{FF2B5EF4-FFF2-40B4-BE49-F238E27FC236}">
                <a16:creationId xmlns:a16="http://schemas.microsoft.com/office/drawing/2014/main" id="{1DCA20FC-20D1-4874-B361-EF1F9189442C}"/>
              </a:ext>
            </a:extLst>
          </p:cNvPr>
          <p:cNvSpPr>
            <a:spLocks xmlns:a="http://schemas.openxmlformats.org/drawingml/2006/main" noGrp="1"/>
          </p:cNvSpPr>
          <p:nvPr/>
        </p:nvSpPr>
        <p:spPr>
          <a:xfrm xmlns:a="http://schemas.openxmlformats.org/drawingml/2006/main">
            <a:off x="8858250" y="2486025"/>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575" b="0">
                <a:solidFill>
                  <a:srgbClr val="5B6B78"/>
                </a:solidFill>
                <a:latin typeface="Segoe UI"/>
                <a:ea typeface="Segoe UI"/>
                <a:cs typeface="Segoe UI"/>
              </a:defRPr>
            </a:pPr>
            <a:r>
              <a:rPr sz="1575" b="0">
                <a:solidFill>
                  <a:srgbClr val="5B6B78"/>
                </a:solidFill>
                <a:latin typeface="Segoe UI"/>
                <a:ea typeface="Segoe UI"/>
                <a:cs typeface="Segoe UI"/>
              </a:rPr>
              <a:t>‏ימי מסחר מאושרים</a:t>
            </a:r>
          </a:p>
        </p:txBody>
      </p:sp>
      <p:sp>
        <p:nvSpPr>
          <p:cNvPr id="9" name="">
            <a:extLst xmlns:a="http://schemas.openxmlformats.org/drawingml/2006/main">
              <a:ext uri="{FF2B5EF4-FFF2-40B4-BE49-F238E27FC236}">
                <a16:creationId xmlns:a16="http://schemas.microsoft.com/office/drawing/2014/main" id="{E4E23CA7-FDCE-4864-BBFF-A738EB459F16}"/>
              </a:ext>
            </a:extLst>
          </p:cNvPr>
          <p:cNvSpPr>
            <a:spLocks xmlns:a="http://schemas.openxmlformats.org/drawingml/2006/main" noGrp="1"/>
          </p:cNvSpPr>
          <p:nvPr/>
        </p:nvSpPr>
        <p:spPr>
          <a:xfrm xmlns:a="http://schemas.openxmlformats.org/drawingml/2006/main">
            <a:off x="8858250" y="2952750"/>
            <a:ext cx="266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400" b="1">
                <a:solidFill>
                  <a:srgbClr val="5B91FF"/>
                </a:solidFill>
                <a:latin typeface="Cascadia Mono"/>
                <a:ea typeface="Cascadia Mono"/>
                <a:cs typeface="Cascadia Mono"/>
              </a:defRPr>
            </a:pPr>
            <a:r>
              <a:rPr sz="2400" b="1">
                <a:solidFill>
                  <a:srgbClr val="5B91FF"/>
                </a:solidFill>
                <a:latin typeface="Cascadia Mono"/>
                <a:ea typeface="Cascadia Mono"/>
                <a:cs typeface="Cascadia Mono"/>
              </a:rPr>
              <a:t>46,749</a:t>
            </a:r>
          </a:p>
        </p:txBody>
      </p:sp>
      <p:sp>
        <p:nvSpPr>
          <p:cNvPr id="10" name="">
            <a:extLst xmlns:a="http://schemas.openxmlformats.org/drawingml/2006/main">
              <a:ext uri="{FF2B5EF4-FFF2-40B4-BE49-F238E27FC236}">
                <a16:creationId xmlns:a16="http://schemas.microsoft.com/office/drawing/2014/main" id="{F31678F3-D6BC-470F-8545-FD405E99C45A}"/>
              </a:ext>
            </a:extLst>
          </p:cNvPr>
          <p:cNvSpPr>
            <a:spLocks xmlns:a="http://schemas.openxmlformats.org/drawingml/2006/main" noGrp="1"/>
          </p:cNvSpPr>
          <p:nvPr/>
        </p:nvSpPr>
        <p:spPr>
          <a:xfrm xmlns:a="http://schemas.openxmlformats.org/drawingml/2006/main">
            <a:off x="8858250" y="3381375"/>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575" b="0">
                <a:solidFill>
                  <a:srgbClr val="5B6B78"/>
                </a:solidFill>
                <a:latin typeface="Segoe UI"/>
                <a:ea typeface="Segoe UI"/>
                <a:cs typeface="Segoe UI"/>
              </a:defRPr>
            </a:pPr>
            <a:r>
              <a:rPr sz="1575" b="0">
                <a:solidFill>
                  <a:srgbClr val="5B6B78"/>
                </a:solidFill>
                <a:latin typeface="Segoe UI"/>
                <a:ea typeface="Segoe UI"/>
                <a:cs typeface="Segoe UI"/>
              </a:rPr>
              <a:t>‏תצפיות</a:t>
            </a:r>
          </a:p>
        </p:txBody>
      </p:sp>
      <p:sp>
        <p:nvSpPr>
          <p:cNvPr id="11" name="">
            <a:extLst xmlns:a="http://schemas.openxmlformats.org/drawingml/2006/main">
              <a:ext uri="{FF2B5EF4-FFF2-40B4-BE49-F238E27FC236}">
                <a16:creationId xmlns:a16="http://schemas.microsoft.com/office/drawing/2014/main" id="{4AF9D2B0-9FD9-4707-AC71-4558E446B14C}"/>
              </a:ext>
            </a:extLst>
          </p:cNvPr>
          <p:cNvSpPr>
            <a:spLocks xmlns:a="http://schemas.openxmlformats.org/drawingml/2006/main" noGrp="1"/>
          </p:cNvSpPr>
          <p:nvPr/>
        </p:nvSpPr>
        <p:spPr>
          <a:xfrm xmlns:a="http://schemas.openxmlformats.org/drawingml/2006/main">
            <a:off x="8858250" y="3848100"/>
            <a:ext cx="266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400" b="1">
                <a:solidFill>
                  <a:srgbClr val="F4B94F"/>
                </a:solidFill>
                <a:latin typeface="Cascadia Mono"/>
                <a:ea typeface="Cascadia Mono"/>
                <a:cs typeface="Cascadia Mono"/>
              </a:defRPr>
            </a:pPr>
            <a:r>
              <a:rPr sz="2400" b="1">
                <a:solidFill>
                  <a:srgbClr val="F4B94F"/>
                </a:solidFill>
                <a:latin typeface="Cascadia Mono"/>
                <a:ea typeface="Cascadia Mono"/>
                <a:cs typeface="Cascadia Mono"/>
              </a:rPr>
              <a:t>1,059</a:t>
            </a:r>
          </a:p>
        </p:txBody>
      </p:sp>
      <p:sp>
        <p:nvSpPr>
          <p:cNvPr id="12" name="">
            <a:extLst xmlns:a="http://schemas.openxmlformats.org/drawingml/2006/main">
              <a:ext uri="{FF2B5EF4-FFF2-40B4-BE49-F238E27FC236}">
                <a16:creationId xmlns:a16="http://schemas.microsoft.com/office/drawing/2014/main" id="{3E8D54B4-EDD0-4F91-B459-5EB385000471}"/>
              </a:ext>
            </a:extLst>
          </p:cNvPr>
          <p:cNvSpPr>
            <a:spLocks xmlns:a="http://schemas.openxmlformats.org/drawingml/2006/main" noGrp="1"/>
          </p:cNvSpPr>
          <p:nvPr/>
        </p:nvSpPr>
        <p:spPr>
          <a:xfrm xmlns:a="http://schemas.openxmlformats.org/drawingml/2006/main">
            <a:off x="8858250" y="4276725"/>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575" b="0">
                <a:solidFill>
                  <a:srgbClr val="5B6B78"/>
                </a:solidFill>
                <a:latin typeface="Segoe UI"/>
                <a:ea typeface="Segoe UI"/>
                <a:cs typeface="Segoe UI"/>
              </a:defRPr>
            </a:pPr>
            <a:r>
              <a:rPr sz="1575" b="0">
                <a:solidFill>
                  <a:srgbClr val="5B6B78"/>
                </a:solidFill>
                <a:latin typeface="Segoe UI"/>
                <a:ea typeface="Segoe UI"/>
                <a:cs typeface="Segoe UI"/>
              </a:rPr>
              <a:t>‏שינויי פוזיציה</a:t>
            </a:r>
          </a:p>
        </p:txBody>
      </p:sp>
      <p:sp>
        <p:nvSpPr>
          <p:cNvPr id="13" name="">
            <a:extLst xmlns:a="http://schemas.openxmlformats.org/drawingml/2006/main">
              <a:ext uri="{FF2B5EF4-FFF2-40B4-BE49-F238E27FC236}">
                <a16:creationId xmlns:a16="http://schemas.microsoft.com/office/drawing/2014/main" id="{C951482C-1012-4586-93E7-F537C958E520}"/>
              </a:ext>
            </a:extLst>
          </p:cNvPr>
          <p:cNvSpPr>
            <a:spLocks xmlns:a="http://schemas.openxmlformats.org/drawingml/2006/main" noGrp="1"/>
          </p:cNvSpPr>
          <p:nvPr/>
        </p:nvSpPr>
        <p:spPr>
          <a:xfrm xmlns:a="http://schemas.openxmlformats.org/drawingml/2006/main">
            <a:off x="8858250" y="4819650"/>
            <a:ext cx="2667000" cy="0"/>
          </a:xfrm>
          <a:prstGeom xmlns:a="http://schemas.openxmlformats.org/drawingml/2006/main" prst="line">
            <a:avLst/>
          </a:prstGeom>
          <a:noFill xmlns:a="http://schemas.openxmlformats.org/drawingml/2006/main"/>
          <a:ln xmlns:a="http://schemas.openxmlformats.org/drawingml/2006/main" w="9525">
            <a:solidFill>
              <a:srgbClr val="C9D2D8"/>
            </a:solidFill>
            <a:prstDash val="solid"/>
          </a:ln>
        </p:spPr>
      </p:sp>
      <p:sp>
        <p:nvSpPr>
          <p:cNvPr id="14" name="">
            <a:extLst xmlns:a="http://schemas.openxmlformats.org/drawingml/2006/main">
              <a:ext uri="{FF2B5EF4-FFF2-40B4-BE49-F238E27FC236}">
                <a16:creationId xmlns:a16="http://schemas.microsoft.com/office/drawing/2014/main" id="{51835567-D8B9-425D-B01F-C578D823FB36}"/>
              </a:ext>
            </a:extLst>
          </p:cNvPr>
          <p:cNvSpPr>
            <a:spLocks xmlns:a="http://schemas.openxmlformats.org/drawingml/2006/main" noGrp="1"/>
          </p:cNvSpPr>
          <p:nvPr/>
        </p:nvSpPr>
        <p:spPr>
          <a:xfrm xmlns:a="http://schemas.openxmlformats.org/drawingml/2006/main">
            <a:off x="8858250" y="5048250"/>
            <a:ext cx="266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500" b="0">
                <a:solidFill>
                  <a:srgbClr val="5B6B78"/>
                </a:solidFill>
                <a:latin typeface="Segoe UI"/>
                <a:ea typeface="Segoe UI"/>
                <a:cs typeface="Segoe UI"/>
              </a:defRPr>
            </a:pPr>
            <a:r>
              <a:rPr sz="1500" b="0">
                <a:solidFill>
                  <a:srgbClr val="5B6B78"/>
                </a:solidFill>
                <a:latin typeface="Segoe UI"/>
                <a:ea typeface="Segoe UI"/>
                <a:cs typeface="Segoe UI"/>
              </a:rPr>
              <a:t>‏האות של נר ⁦t⁩ משפיע רק על הנר הבא, והחישוב כולל עלויות והחלקת מחיר.</a:t>
            </a:r>
          </a:p>
        </p:txBody>
      </p:sp>
    </p:spTree>
    <p:extLst>
      <p:ext uri="{BB962C8B-B14F-4D97-AF65-F5344CB8AC3E}">
        <p14:creationId xmlns:p14="http://schemas.microsoft.com/office/powerpoint/2010/main" val="1567010299"/>
      </p:ext>
    </p:extLst>
  </p:cSld>
</p:sld>
</file>

<file path=ppt/slides/slide10.xml><?xml version="1.0" encoding="utf-8"?>
<p:sld xmlns:p="http://schemas.openxmlformats.org/presentationml/2006/main">
  <p:cSld>
    <p:bg>
      <p:bgPr>
        <a:solidFill xmlns:a="http://schemas.openxmlformats.org/drawingml/2006/main">
          <a:srgbClr val="091827"/>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980970D0-A3BB-4D7B-9886-904D61E04D71}"/>
              </a:ext>
            </a:extLst>
          </p:cNvPr>
          <p:cNvSpPr>
            <a:spLocks xmlns:a="http://schemas.openxmlformats.org/drawingml/2006/main" noGrp="1"/>
          </p:cNvSpPr>
          <p:nvPr/>
        </p:nvSpPr>
        <p:spPr>
          <a:xfrm xmlns:a="http://schemas.openxmlformats.org/drawingml/2006/main">
            <a:off x="609600" y="361950"/>
            <a:ext cx="400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75" b="1">
                <a:solidFill>
                  <a:srgbClr val="35D4B5"/>
                </a:solidFill>
                <a:latin typeface="Cascadia Mono"/>
                <a:ea typeface="Cascadia Mono"/>
                <a:cs typeface="Cascadia Mono"/>
              </a:defRPr>
            </a:pPr>
            <a:r>
              <a:rPr sz="975" b="1">
                <a:solidFill>
                  <a:srgbClr val="35D4B5"/>
                </a:solidFill>
                <a:latin typeface="Cascadia Mono"/>
                <a:ea typeface="Cascadia Mono"/>
                <a:cs typeface="Cascadia Mono"/>
              </a:rPr>
              <a:t>ENGINEERING CHALLENGES</a:t>
            </a:r>
          </a:p>
        </p:txBody>
      </p:sp>
      <p:sp>
        <p:nvSpPr>
          <p:cNvPr id="2" name="">
            <a:extLst xmlns:a="http://schemas.openxmlformats.org/drawingml/2006/main">
              <a:ext uri="{FF2B5EF4-FFF2-40B4-BE49-F238E27FC236}">
                <a16:creationId xmlns:a16="http://schemas.microsoft.com/office/drawing/2014/main" id="{A37B1567-F09A-47DC-80A2-318B41A273DC}"/>
              </a:ext>
            </a:extLst>
          </p:cNvPr>
          <p:cNvSpPr>
            <a:spLocks xmlns:a="http://schemas.openxmlformats.org/drawingml/2006/main" noGrp="1"/>
          </p:cNvSpPr>
          <p:nvPr/>
        </p:nvSpPr>
        <p:spPr>
          <a:xfrm xmlns:a="http://schemas.openxmlformats.org/drawingml/2006/main">
            <a:off x="5810250" y="361950"/>
            <a:ext cx="5772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996"/>
          </a:bodyPr>
          <a:lstStyle xmlns:a="http://schemas.openxmlformats.org/drawingml/2006/main"/>
          <a:p xmlns:a="http://schemas.openxmlformats.org/drawingml/2006/main">
            <a:pPr algn="r">
              <a:lnSpc>
                <a:spcPct val="100000"/>
              </a:lnSpc>
              <a:buNone/>
              <a:defRPr sz="3000" b="1">
                <a:solidFill>
                  <a:srgbClr val="F8FBFF"/>
                </a:solidFill>
                <a:latin typeface="Segoe UI"/>
                <a:ea typeface="Segoe UI"/>
                <a:cs typeface="Segoe UI"/>
              </a:defRPr>
            </a:pPr>
            <a:r>
              <a:rPr sz="3000" b="1">
                <a:solidFill>
                  <a:srgbClr val="F8FBFF"/>
                </a:solidFill>
                <a:latin typeface="Segoe UI"/>
                <a:ea typeface="Segoe UI"/>
                <a:cs typeface="Segoe UI"/>
              </a:rPr>
              <a:t>‏האתגרים שהפכו להחלטות הנדסיות</a:t>
            </a:r>
          </a:p>
        </p:txBody>
      </p:sp>
      <p:sp>
        <p:nvSpPr>
          <p:cNvPr id="3" name="">
            <a:extLst xmlns:a="http://schemas.openxmlformats.org/drawingml/2006/main">
              <a:ext uri="{FF2B5EF4-FFF2-40B4-BE49-F238E27FC236}">
                <a16:creationId xmlns:a16="http://schemas.microsoft.com/office/drawing/2014/main" id="{637B9299-23AB-4997-899F-C36BBCA81A21}"/>
              </a:ext>
            </a:extLst>
          </p:cNvPr>
          <p:cNvSpPr>
            <a:spLocks xmlns:a="http://schemas.openxmlformats.org/drawingml/2006/main" noGrp="1"/>
          </p:cNvSpPr>
          <p:nvPr/>
        </p:nvSpPr>
        <p:spPr>
          <a:xfrm xmlns:a="http://schemas.openxmlformats.org/drawingml/2006/main">
            <a:off x="495300" y="6438900"/>
            <a:ext cx="3429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25" b="1">
                <a:solidFill>
                  <a:srgbClr val="9AB1C5"/>
                </a:solidFill>
                <a:latin typeface="Cascadia Mono"/>
                <a:ea typeface="Cascadia Mono"/>
                <a:cs typeface="Cascadia Mono"/>
              </a:defRPr>
            </a:pPr>
            <a:r>
              <a:rPr sz="825" b="1">
                <a:solidFill>
                  <a:srgbClr val="9AB1C5"/>
                </a:solidFill>
                <a:latin typeface="Cascadia Mono"/>
                <a:ea typeface="Cascadia Mono"/>
                <a:cs typeface="Cascadia Mono"/>
              </a:rPr>
              <a:t>10</a:t>
            </a:r>
          </a:p>
        </p:txBody>
      </p:sp>
      <p:sp>
        <p:nvSpPr>
          <p:cNvPr id="4" name="">
            <a:extLst xmlns:a="http://schemas.openxmlformats.org/drawingml/2006/main">
              <a:ext uri="{FF2B5EF4-FFF2-40B4-BE49-F238E27FC236}">
                <a16:creationId xmlns:a16="http://schemas.microsoft.com/office/drawing/2014/main" id="{896378FB-4961-46BA-A33B-4375E013B06E}"/>
              </a:ext>
            </a:extLst>
          </p:cNvPr>
          <p:cNvSpPr>
            <a:spLocks xmlns:a="http://schemas.openxmlformats.org/drawingml/2006/main" noGrp="1"/>
          </p:cNvSpPr>
          <p:nvPr/>
        </p:nvSpPr>
        <p:spPr>
          <a:xfrm xmlns:a="http://schemas.openxmlformats.org/drawingml/2006/main">
            <a:off x="914400" y="6534150"/>
            <a:ext cx="10744200" cy="0"/>
          </a:xfrm>
          <a:prstGeom xmlns:a="http://schemas.openxmlformats.org/drawingml/2006/main" prst="line">
            <a:avLst/>
          </a:prstGeom>
          <a:noFill xmlns:a="http://schemas.openxmlformats.org/drawingml/2006/main"/>
          <a:ln xmlns:a="http://schemas.openxmlformats.org/drawingml/2006/main" w="9525">
            <a:solidFill>
              <a:srgbClr val="294157"/>
            </a:solidFill>
            <a:prstDash val="solid"/>
          </a:ln>
        </p:spPr>
      </p:sp>
      <p:sp>
        <p:nvSpPr>
          <p:cNvPr id="5" name="">
            <a:extLst xmlns:a="http://schemas.openxmlformats.org/drawingml/2006/main">
              <a:ext uri="{FF2B5EF4-FFF2-40B4-BE49-F238E27FC236}">
                <a16:creationId xmlns:a16="http://schemas.microsoft.com/office/drawing/2014/main" id="{A024416D-BF79-4618-844D-0D8BBC828E3F}"/>
              </a:ext>
            </a:extLst>
          </p:cNvPr>
          <p:cNvSpPr>
            <a:spLocks xmlns:a="http://schemas.openxmlformats.org/drawingml/2006/main" noGrp="1"/>
          </p:cNvSpPr>
          <p:nvPr/>
        </p:nvSpPr>
        <p:spPr>
          <a:xfrm xmlns:a="http://schemas.openxmlformats.org/drawingml/2006/main">
            <a:off x="8763000" y="1257300"/>
            <a:ext cx="2762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200" b="1">
                <a:solidFill>
                  <a:srgbClr val="9AB1C5"/>
                </a:solidFill>
                <a:latin typeface="Segoe UI"/>
                <a:ea typeface="Segoe UI"/>
                <a:cs typeface="Segoe UI"/>
              </a:defRPr>
            </a:pPr>
            <a:r>
              <a:rPr sz="1200" b="1">
                <a:solidFill>
                  <a:srgbClr val="9AB1C5"/>
                </a:solidFill>
                <a:latin typeface="Segoe UI"/>
                <a:ea typeface="Segoe UI"/>
                <a:cs typeface="Segoe UI"/>
              </a:rPr>
              <a:t>‏המתח</a:t>
            </a:r>
          </a:p>
        </p:txBody>
      </p:sp>
      <p:sp>
        <p:nvSpPr>
          <p:cNvPr id="6" name="">
            <a:extLst xmlns:a="http://schemas.openxmlformats.org/drawingml/2006/main">
              <a:ext uri="{FF2B5EF4-FFF2-40B4-BE49-F238E27FC236}">
                <a16:creationId xmlns:a16="http://schemas.microsoft.com/office/drawing/2014/main" id="{D456BD79-1169-479B-8042-CA5F08FB686B}"/>
              </a:ext>
            </a:extLst>
          </p:cNvPr>
          <p:cNvSpPr>
            <a:spLocks xmlns:a="http://schemas.openxmlformats.org/drawingml/2006/main" noGrp="1"/>
          </p:cNvSpPr>
          <p:nvPr/>
        </p:nvSpPr>
        <p:spPr>
          <a:xfrm xmlns:a="http://schemas.openxmlformats.org/drawingml/2006/main">
            <a:off x="1047750" y="1257300"/>
            <a:ext cx="647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200" b="1">
                <a:solidFill>
                  <a:srgbClr val="9AB1C5"/>
                </a:solidFill>
                <a:latin typeface="Segoe UI"/>
                <a:ea typeface="Segoe UI"/>
                <a:cs typeface="Segoe UI"/>
              </a:defRPr>
            </a:pPr>
            <a:r>
              <a:rPr sz="1200" b="1">
                <a:solidFill>
                  <a:srgbClr val="9AB1C5"/>
                </a:solidFill>
                <a:latin typeface="Segoe UI"/>
                <a:ea typeface="Segoe UI"/>
                <a:cs typeface="Segoe UI"/>
              </a:rPr>
              <a:t>‏ההחלטה</a:t>
            </a:r>
          </a:p>
        </p:txBody>
      </p:sp>
      <p:sp>
        <p:nvSpPr>
          <p:cNvPr id="7" name="">
            <a:extLst xmlns:a="http://schemas.openxmlformats.org/drawingml/2006/main">
              <a:ext uri="{FF2B5EF4-FFF2-40B4-BE49-F238E27FC236}">
                <a16:creationId xmlns:a16="http://schemas.microsoft.com/office/drawing/2014/main" id="{910169EF-C9B4-48FD-8A96-A3148B6F6770}"/>
              </a:ext>
            </a:extLst>
          </p:cNvPr>
          <p:cNvSpPr>
            <a:spLocks xmlns:a="http://schemas.openxmlformats.org/drawingml/2006/main" noGrp="1"/>
          </p:cNvSpPr>
          <p:nvPr/>
        </p:nvSpPr>
        <p:spPr>
          <a:xfrm xmlns:a="http://schemas.openxmlformats.org/drawingml/2006/main">
            <a:off x="609600" y="1619250"/>
            <a:ext cx="10972800" cy="0"/>
          </a:xfrm>
          <a:prstGeom xmlns:a="http://schemas.openxmlformats.org/drawingml/2006/main" prst="line">
            <a:avLst/>
          </a:prstGeom>
          <a:noFill xmlns:a="http://schemas.openxmlformats.org/drawingml/2006/main"/>
          <a:ln xmlns:a="http://schemas.openxmlformats.org/drawingml/2006/main" w="9525">
            <a:solidFill>
              <a:srgbClr val="294157"/>
            </a:solidFill>
            <a:prstDash val="solid"/>
          </a:ln>
        </p:spPr>
      </p:sp>
      <p:sp>
        <p:nvSpPr>
          <p:cNvPr id="8" name="">
            <a:extLst xmlns:a="http://schemas.openxmlformats.org/drawingml/2006/main">
              <a:ext uri="{FF2B5EF4-FFF2-40B4-BE49-F238E27FC236}">
                <a16:creationId xmlns:a16="http://schemas.microsoft.com/office/drawing/2014/main" id="{81086242-FB2D-41C3-B41B-72F0A3C3705B}"/>
              </a:ext>
            </a:extLst>
          </p:cNvPr>
          <p:cNvSpPr>
            <a:spLocks xmlns:a="http://schemas.openxmlformats.org/drawingml/2006/main" noGrp="1"/>
          </p:cNvSpPr>
          <p:nvPr/>
        </p:nvSpPr>
        <p:spPr>
          <a:xfrm xmlns:a="http://schemas.openxmlformats.org/drawingml/2006/main">
            <a:off x="8305800" y="1847850"/>
            <a:ext cx="3219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875" b="1">
                <a:solidFill>
                  <a:srgbClr val="F8FBFF"/>
                </a:solidFill>
                <a:latin typeface="Segoe UI"/>
                <a:ea typeface="Segoe UI"/>
                <a:cs typeface="Segoe UI"/>
              </a:defRPr>
            </a:pPr>
            <a:r>
              <a:rPr sz="1875" b="1">
                <a:solidFill>
                  <a:srgbClr val="F8FBFF"/>
                </a:solidFill>
                <a:latin typeface="Segoe UI"/>
                <a:ea typeface="Segoe UI"/>
                <a:cs typeface="Segoe UI"/>
              </a:rPr>
              <a:t>‏מהירות מול אמינות</a:t>
            </a:r>
          </a:p>
        </p:txBody>
      </p:sp>
      <p:sp>
        <p:nvSpPr>
          <p:cNvPr id="9" name="">
            <a:extLst xmlns:a="http://schemas.openxmlformats.org/drawingml/2006/main">
              <a:ext uri="{FF2B5EF4-FFF2-40B4-BE49-F238E27FC236}">
                <a16:creationId xmlns:a16="http://schemas.microsoft.com/office/drawing/2014/main" id="{CB0137FC-2F8D-4DB6-9892-9E31BBBEB1C5}"/>
              </a:ext>
            </a:extLst>
          </p:cNvPr>
          <p:cNvSpPr>
            <a:spLocks xmlns:a="http://schemas.openxmlformats.org/drawingml/2006/main" noGrp="1"/>
          </p:cNvSpPr>
          <p:nvPr/>
        </p:nvSpPr>
        <p:spPr>
          <a:xfrm xmlns:a="http://schemas.openxmlformats.org/drawingml/2006/main">
            <a:off x="7886700" y="1866900"/>
            <a:ext cx="38100" cy="552450"/>
          </a:xfrm>
          <a:prstGeom xmlns:a="http://schemas.openxmlformats.org/drawingml/2006/main" prst="rect">
            <a:avLst/>
          </a:prstGeom>
          <a:solidFill xmlns:a="http://schemas.openxmlformats.org/drawingml/2006/main">
            <a:srgbClr val="35D4B5"/>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9400DCD-207E-4C4B-B513-01C547C2B8B9}"/>
              </a:ext>
            </a:extLst>
          </p:cNvPr>
          <p:cNvSpPr>
            <a:spLocks xmlns:a="http://schemas.openxmlformats.org/drawingml/2006/main" noGrp="1"/>
          </p:cNvSpPr>
          <p:nvPr/>
        </p:nvSpPr>
        <p:spPr>
          <a:xfrm xmlns:a="http://schemas.openxmlformats.org/drawingml/2006/main">
            <a:off x="1047750" y="1828800"/>
            <a:ext cx="6429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650" b="0">
                <a:solidFill>
                  <a:srgbClr val="F8FBFF"/>
                </a:solidFill>
                <a:latin typeface="Segoe UI"/>
                <a:ea typeface="Segoe UI"/>
                <a:cs typeface="Segoe UI"/>
              </a:defRPr>
            </a:pPr>
            <a:r>
              <a:rPr sz="1650" b="0">
                <a:solidFill>
                  <a:srgbClr val="F8FBFF"/>
                </a:solidFill>
                <a:latin typeface="Segoe UI"/>
                <a:ea typeface="Segoe UI"/>
                <a:cs typeface="Segoe UI"/>
              </a:rPr>
              <a:t>‏נתון חי מוצג מיד. יום סגור נבנה מחדש ונבדק.</a:t>
            </a:r>
          </a:p>
        </p:txBody>
      </p:sp>
      <p:sp>
        <p:nvSpPr>
          <p:cNvPr id="11" name="">
            <a:extLst xmlns:a="http://schemas.openxmlformats.org/drawingml/2006/main">
              <a:ext uri="{FF2B5EF4-FFF2-40B4-BE49-F238E27FC236}">
                <a16:creationId xmlns:a16="http://schemas.microsoft.com/office/drawing/2014/main" id="{A9B29A41-1880-4C6E-98C8-D2077A54C25C}"/>
              </a:ext>
            </a:extLst>
          </p:cNvPr>
          <p:cNvSpPr>
            <a:spLocks xmlns:a="http://schemas.openxmlformats.org/drawingml/2006/main" noGrp="1"/>
          </p:cNvSpPr>
          <p:nvPr/>
        </p:nvSpPr>
        <p:spPr>
          <a:xfrm xmlns:a="http://schemas.openxmlformats.org/drawingml/2006/main">
            <a:off x="1047750" y="2228850"/>
            <a:ext cx="6429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50" b="1">
                <a:solidFill>
                  <a:srgbClr val="35D4B5"/>
                </a:solidFill>
                <a:latin typeface="Cascadia Mono"/>
                <a:ea typeface="Cascadia Mono"/>
                <a:cs typeface="Cascadia Mono"/>
              </a:defRPr>
            </a:pPr>
            <a:r>
              <a:rPr sz="1050" b="1">
                <a:solidFill>
                  <a:srgbClr val="35D4B5"/>
                </a:solidFill>
                <a:latin typeface="Cascadia Mono"/>
                <a:ea typeface="Cascadia Mono"/>
                <a:cs typeface="Cascadia Mono"/>
              </a:rPr>
              <a:t>PROVISIONAL / CERTIFIED</a:t>
            </a:r>
          </a:p>
        </p:txBody>
      </p:sp>
      <p:sp>
        <p:nvSpPr>
          <p:cNvPr id="12" name="">
            <a:extLst xmlns:a="http://schemas.openxmlformats.org/drawingml/2006/main">
              <a:ext uri="{FF2B5EF4-FFF2-40B4-BE49-F238E27FC236}">
                <a16:creationId xmlns:a16="http://schemas.microsoft.com/office/drawing/2014/main" id="{616BEC04-69DA-463B-9402-68A651568A99}"/>
              </a:ext>
            </a:extLst>
          </p:cNvPr>
          <p:cNvSpPr>
            <a:spLocks xmlns:a="http://schemas.openxmlformats.org/drawingml/2006/main" noGrp="1"/>
          </p:cNvSpPr>
          <p:nvPr/>
        </p:nvSpPr>
        <p:spPr>
          <a:xfrm xmlns:a="http://schemas.openxmlformats.org/drawingml/2006/main">
            <a:off x="609600" y="2628900"/>
            <a:ext cx="10972800" cy="0"/>
          </a:xfrm>
          <a:prstGeom xmlns:a="http://schemas.openxmlformats.org/drawingml/2006/main" prst="line">
            <a:avLst/>
          </a:prstGeom>
          <a:noFill xmlns:a="http://schemas.openxmlformats.org/drawingml/2006/main"/>
          <a:ln xmlns:a="http://schemas.openxmlformats.org/drawingml/2006/main" w="9525">
            <a:solidFill>
              <a:srgbClr val="294157"/>
            </a:solidFill>
            <a:prstDash val="solid"/>
          </a:ln>
        </p:spPr>
      </p:sp>
      <p:sp>
        <p:nvSpPr>
          <p:cNvPr id="13" name="">
            <a:extLst xmlns:a="http://schemas.openxmlformats.org/drawingml/2006/main">
              <a:ext uri="{FF2B5EF4-FFF2-40B4-BE49-F238E27FC236}">
                <a16:creationId xmlns:a16="http://schemas.microsoft.com/office/drawing/2014/main" id="{3A269073-BCC4-45D9-9911-AE98086F7A57}"/>
              </a:ext>
            </a:extLst>
          </p:cNvPr>
          <p:cNvSpPr>
            <a:spLocks xmlns:a="http://schemas.openxmlformats.org/drawingml/2006/main" noGrp="1"/>
          </p:cNvSpPr>
          <p:nvPr/>
        </p:nvSpPr>
        <p:spPr>
          <a:xfrm xmlns:a="http://schemas.openxmlformats.org/drawingml/2006/main">
            <a:off x="8305800" y="2847975"/>
            <a:ext cx="3219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875" b="1">
                <a:solidFill>
                  <a:srgbClr val="F8FBFF"/>
                </a:solidFill>
                <a:latin typeface="Segoe UI"/>
                <a:ea typeface="Segoe UI"/>
                <a:cs typeface="Segoe UI"/>
              </a:defRPr>
            </a:pPr>
            <a:r>
              <a:rPr sz="1875" b="1">
                <a:solidFill>
                  <a:srgbClr val="F8FBFF"/>
                </a:solidFill>
                <a:latin typeface="Segoe UI"/>
                <a:ea typeface="Segoe UI"/>
                <a:cs typeface="Segoe UI"/>
              </a:rPr>
              <a:t>‏כשל וניסיון חוזר</a:t>
            </a:r>
          </a:p>
        </p:txBody>
      </p:sp>
      <p:sp>
        <p:nvSpPr>
          <p:cNvPr id="14" name="">
            <a:extLst xmlns:a="http://schemas.openxmlformats.org/drawingml/2006/main">
              <a:ext uri="{FF2B5EF4-FFF2-40B4-BE49-F238E27FC236}">
                <a16:creationId xmlns:a16="http://schemas.microsoft.com/office/drawing/2014/main" id="{8679CC27-8EF5-48BA-9C19-E2DD9D8887DE}"/>
              </a:ext>
            </a:extLst>
          </p:cNvPr>
          <p:cNvSpPr>
            <a:spLocks xmlns:a="http://schemas.openxmlformats.org/drawingml/2006/main" noGrp="1"/>
          </p:cNvSpPr>
          <p:nvPr/>
        </p:nvSpPr>
        <p:spPr>
          <a:xfrm xmlns:a="http://schemas.openxmlformats.org/drawingml/2006/main">
            <a:off x="7886700" y="2867025"/>
            <a:ext cx="38100" cy="552450"/>
          </a:xfrm>
          <a:prstGeom xmlns:a="http://schemas.openxmlformats.org/drawingml/2006/main" prst="rect">
            <a:avLst/>
          </a:prstGeom>
          <a:solidFill xmlns:a="http://schemas.openxmlformats.org/drawingml/2006/main">
            <a:srgbClr val="5B91F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D609344-9F70-4AB9-8692-F63DB427A99D}"/>
              </a:ext>
            </a:extLst>
          </p:cNvPr>
          <p:cNvSpPr>
            <a:spLocks xmlns:a="http://schemas.openxmlformats.org/drawingml/2006/main" noGrp="1"/>
          </p:cNvSpPr>
          <p:nvPr/>
        </p:nvSpPr>
        <p:spPr>
          <a:xfrm xmlns:a="http://schemas.openxmlformats.org/drawingml/2006/main">
            <a:off x="1047750" y="2828925"/>
            <a:ext cx="6429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650" b="0">
                <a:solidFill>
                  <a:srgbClr val="F8FBFF"/>
                </a:solidFill>
                <a:latin typeface="Segoe UI"/>
                <a:ea typeface="Segoe UI"/>
                <a:cs typeface="Segoe UI"/>
              </a:defRPr>
            </a:pPr>
            <a:r>
              <a:rPr sz="1650" b="0">
                <a:solidFill>
                  <a:srgbClr val="F8FBFF"/>
                </a:solidFill>
                <a:latin typeface="Segoe UI"/>
                <a:ea typeface="Segoe UI"/>
                <a:cs typeface="Segoe UI"/>
              </a:rPr>
              <a:t>‏הפעלה חוזרת אינה יוצרת רשומה עסקית כפולה.</a:t>
            </a:r>
          </a:p>
        </p:txBody>
      </p:sp>
      <p:sp>
        <p:nvSpPr>
          <p:cNvPr id="16" name="">
            <a:extLst xmlns:a="http://schemas.openxmlformats.org/drawingml/2006/main">
              <a:ext uri="{FF2B5EF4-FFF2-40B4-BE49-F238E27FC236}">
                <a16:creationId xmlns:a16="http://schemas.microsoft.com/office/drawing/2014/main" id="{80C936CD-A2E1-4FF6-BAB1-F2EAF083DC5E}"/>
              </a:ext>
            </a:extLst>
          </p:cNvPr>
          <p:cNvSpPr>
            <a:spLocks xmlns:a="http://schemas.openxmlformats.org/drawingml/2006/main" noGrp="1"/>
          </p:cNvSpPr>
          <p:nvPr/>
        </p:nvSpPr>
        <p:spPr>
          <a:xfrm xmlns:a="http://schemas.openxmlformats.org/drawingml/2006/main">
            <a:off x="1047750" y="3228975"/>
            <a:ext cx="6429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50" b="1">
                <a:solidFill>
                  <a:srgbClr val="5B91FF"/>
                </a:solidFill>
                <a:latin typeface="Cascadia Mono"/>
                <a:ea typeface="Cascadia Mono"/>
                <a:cs typeface="Cascadia Mono"/>
              </a:defRPr>
            </a:pPr>
            <a:r>
              <a:rPr sz="1050" b="1">
                <a:solidFill>
                  <a:srgbClr val="5B91FF"/>
                </a:solidFill>
                <a:latin typeface="Cascadia Mono"/>
                <a:ea typeface="Cascadia Mono"/>
                <a:cs typeface="Cascadia Mono"/>
              </a:rPr>
              <a:t>CHECKPOINT · BUSINESS KEY · UPSERT</a:t>
            </a:r>
          </a:p>
        </p:txBody>
      </p:sp>
      <p:sp>
        <p:nvSpPr>
          <p:cNvPr id="17" name="">
            <a:extLst xmlns:a="http://schemas.openxmlformats.org/drawingml/2006/main">
              <a:ext uri="{FF2B5EF4-FFF2-40B4-BE49-F238E27FC236}">
                <a16:creationId xmlns:a16="http://schemas.microsoft.com/office/drawing/2014/main" id="{4DED2885-92CE-4497-881A-9C43E15AA588}"/>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294157"/>
            </a:solidFill>
            <a:prstDash val="solid"/>
          </a:ln>
        </p:spPr>
      </p:sp>
      <p:sp>
        <p:nvSpPr>
          <p:cNvPr id="18" name="">
            <a:extLst xmlns:a="http://schemas.openxmlformats.org/drawingml/2006/main">
              <a:ext uri="{FF2B5EF4-FFF2-40B4-BE49-F238E27FC236}">
                <a16:creationId xmlns:a16="http://schemas.microsoft.com/office/drawing/2014/main" id="{F70B2B0A-7A2E-4FD0-B5FC-A469A4387532}"/>
              </a:ext>
            </a:extLst>
          </p:cNvPr>
          <p:cNvSpPr>
            <a:spLocks xmlns:a="http://schemas.openxmlformats.org/drawingml/2006/main" noGrp="1"/>
          </p:cNvSpPr>
          <p:nvPr/>
        </p:nvSpPr>
        <p:spPr>
          <a:xfrm xmlns:a="http://schemas.openxmlformats.org/drawingml/2006/main">
            <a:off x="8305800" y="3848100"/>
            <a:ext cx="3219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875" b="1">
                <a:solidFill>
                  <a:srgbClr val="F8FBFF"/>
                </a:solidFill>
                <a:latin typeface="Segoe UI"/>
                <a:ea typeface="Segoe UI"/>
                <a:cs typeface="Segoe UI"/>
              </a:defRPr>
            </a:pPr>
            <a:r>
              <a:rPr sz="1875" b="1">
                <a:solidFill>
                  <a:srgbClr val="F8FBFF"/>
                </a:solidFill>
                <a:latin typeface="Segoe UI"/>
                <a:ea typeface="Segoe UI"/>
                <a:cs typeface="Segoe UI"/>
              </a:rPr>
              <a:t>‏היסטוריה בלי קיצור דרך</a:t>
            </a:r>
          </a:p>
        </p:txBody>
      </p:sp>
      <p:sp>
        <p:nvSpPr>
          <p:cNvPr id="19" name="">
            <a:extLst xmlns:a="http://schemas.openxmlformats.org/drawingml/2006/main">
              <a:ext uri="{FF2B5EF4-FFF2-40B4-BE49-F238E27FC236}">
                <a16:creationId xmlns:a16="http://schemas.microsoft.com/office/drawing/2014/main" id="{B53D6DE2-B330-4ECF-B48D-D2906BCC749B}"/>
              </a:ext>
            </a:extLst>
          </p:cNvPr>
          <p:cNvSpPr>
            <a:spLocks xmlns:a="http://schemas.openxmlformats.org/drawingml/2006/main" noGrp="1"/>
          </p:cNvSpPr>
          <p:nvPr/>
        </p:nvSpPr>
        <p:spPr>
          <a:xfrm xmlns:a="http://schemas.openxmlformats.org/drawingml/2006/main">
            <a:off x="7886700" y="3867150"/>
            <a:ext cx="38100" cy="552450"/>
          </a:xfrm>
          <a:prstGeom xmlns:a="http://schemas.openxmlformats.org/drawingml/2006/main" prst="rect">
            <a:avLst/>
          </a:prstGeom>
          <a:solidFill xmlns:a="http://schemas.openxmlformats.org/drawingml/2006/main">
            <a:srgbClr val="F4B94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DB4CD7C-EE4B-41D9-BC72-3F30FEF41821}"/>
              </a:ext>
            </a:extLst>
          </p:cNvPr>
          <p:cNvSpPr>
            <a:spLocks xmlns:a="http://schemas.openxmlformats.org/drawingml/2006/main" noGrp="1"/>
          </p:cNvSpPr>
          <p:nvPr/>
        </p:nvSpPr>
        <p:spPr>
          <a:xfrm xmlns:a="http://schemas.openxmlformats.org/drawingml/2006/main">
            <a:off x="1047750" y="3829050"/>
            <a:ext cx="6429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650" b="0">
                <a:solidFill>
                  <a:srgbClr val="F8FBFF"/>
                </a:solidFill>
                <a:latin typeface="Segoe UI"/>
                <a:ea typeface="Segoe UI"/>
                <a:cs typeface="Segoe UI"/>
              </a:defRPr>
            </a:pPr>
            <a:r>
              <a:rPr sz="1650" b="0">
                <a:solidFill>
                  <a:srgbClr val="F8FBFF"/>
                </a:solidFill>
                <a:latin typeface="Segoe UI"/>
                <a:ea typeface="Segoe UI"/>
                <a:cs typeface="Segoe UI"/>
              </a:rPr>
              <a:t>‏נתוני עבר עוברים שמירה גולמית ואיכות לפני פרסום.</a:t>
            </a:r>
          </a:p>
        </p:txBody>
      </p:sp>
      <p:sp>
        <p:nvSpPr>
          <p:cNvPr id="21" name="">
            <a:extLst xmlns:a="http://schemas.openxmlformats.org/drawingml/2006/main">
              <a:ext uri="{FF2B5EF4-FFF2-40B4-BE49-F238E27FC236}">
                <a16:creationId xmlns:a16="http://schemas.microsoft.com/office/drawing/2014/main" id="{FEBBA607-73BD-468A-9610-5A96DCBBA2B6}"/>
              </a:ext>
            </a:extLst>
          </p:cNvPr>
          <p:cNvSpPr>
            <a:spLocks xmlns:a="http://schemas.openxmlformats.org/drawingml/2006/main" noGrp="1"/>
          </p:cNvSpPr>
          <p:nvPr/>
        </p:nvSpPr>
        <p:spPr>
          <a:xfrm xmlns:a="http://schemas.openxmlformats.org/drawingml/2006/main">
            <a:off x="1047750" y="4229100"/>
            <a:ext cx="6429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50" b="1">
                <a:solidFill>
                  <a:srgbClr val="F4B94F"/>
                </a:solidFill>
                <a:latin typeface="Cascadia Mono"/>
                <a:ea typeface="Cascadia Mono"/>
                <a:cs typeface="Cascadia Mono"/>
              </a:defRPr>
            </a:pPr>
            <a:r>
              <a:rPr sz="1050" b="1">
                <a:solidFill>
                  <a:srgbClr val="F4B94F"/>
                </a:solidFill>
                <a:latin typeface="Cascadia Mono"/>
                <a:ea typeface="Cascadia Mono"/>
                <a:cs typeface="Cascadia Mono"/>
              </a:rPr>
              <a:t>HISTORICAL TOPIC · BRONZE BARRIER</a:t>
            </a:r>
          </a:p>
        </p:txBody>
      </p:sp>
      <p:sp>
        <p:nvSpPr>
          <p:cNvPr id="22" name="">
            <a:extLst xmlns:a="http://schemas.openxmlformats.org/drawingml/2006/main">
              <a:ext uri="{FF2B5EF4-FFF2-40B4-BE49-F238E27FC236}">
                <a16:creationId xmlns:a16="http://schemas.microsoft.com/office/drawing/2014/main" id="{50041A94-A4D1-4AD1-93B6-6B613AE26B0D}"/>
              </a:ext>
            </a:extLst>
          </p:cNvPr>
          <p:cNvSpPr>
            <a:spLocks xmlns:a="http://schemas.openxmlformats.org/drawingml/2006/main" noGrp="1"/>
          </p:cNvSpPr>
          <p:nvPr/>
        </p:nvSpPr>
        <p:spPr>
          <a:xfrm xmlns:a="http://schemas.openxmlformats.org/drawingml/2006/main">
            <a:off x="609600" y="4629150"/>
            <a:ext cx="10972800" cy="0"/>
          </a:xfrm>
          <a:prstGeom xmlns:a="http://schemas.openxmlformats.org/drawingml/2006/main" prst="line">
            <a:avLst/>
          </a:prstGeom>
          <a:noFill xmlns:a="http://schemas.openxmlformats.org/drawingml/2006/main"/>
          <a:ln xmlns:a="http://schemas.openxmlformats.org/drawingml/2006/main" w="9525">
            <a:solidFill>
              <a:srgbClr val="294157"/>
            </a:solidFill>
            <a:prstDash val="solid"/>
          </a:ln>
        </p:spPr>
      </p:sp>
      <p:sp>
        <p:nvSpPr>
          <p:cNvPr id="23" name="">
            <a:extLst xmlns:a="http://schemas.openxmlformats.org/drawingml/2006/main">
              <a:ext uri="{FF2B5EF4-FFF2-40B4-BE49-F238E27FC236}">
                <a16:creationId xmlns:a16="http://schemas.microsoft.com/office/drawing/2014/main" id="{8B59D3F2-4474-469D-AFDB-C8568FFC6A11}"/>
              </a:ext>
            </a:extLst>
          </p:cNvPr>
          <p:cNvSpPr>
            <a:spLocks xmlns:a="http://schemas.openxmlformats.org/drawingml/2006/main" noGrp="1"/>
          </p:cNvSpPr>
          <p:nvPr/>
        </p:nvSpPr>
        <p:spPr>
          <a:xfrm xmlns:a="http://schemas.openxmlformats.org/drawingml/2006/main">
            <a:off x="8305800" y="4848225"/>
            <a:ext cx="3219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875" b="1">
                <a:solidFill>
                  <a:srgbClr val="F8FBFF"/>
                </a:solidFill>
                <a:latin typeface="Segoe UI"/>
                <a:ea typeface="Segoe UI"/>
                <a:cs typeface="Segoe UI"/>
              </a:defRPr>
            </a:pPr>
            <a:r>
              <a:rPr sz="1875" b="1">
                <a:solidFill>
                  <a:srgbClr val="F8FBFF"/>
                </a:solidFill>
                <a:latin typeface="Segoe UI"/>
                <a:ea typeface="Segoe UI"/>
                <a:cs typeface="Segoe UI"/>
              </a:rPr>
              <a:t>‏מוצר בלי חשיפת תשתית</a:t>
            </a:r>
          </a:p>
        </p:txBody>
      </p:sp>
      <p:sp>
        <p:nvSpPr>
          <p:cNvPr id="24" name="">
            <a:extLst xmlns:a="http://schemas.openxmlformats.org/drawingml/2006/main">
              <a:ext uri="{FF2B5EF4-FFF2-40B4-BE49-F238E27FC236}">
                <a16:creationId xmlns:a16="http://schemas.microsoft.com/office/drawing/2014/main" id="{D2DAD3EA-4A04-4E65-9853-BBAA3376D92B}"/>
              </a:ext>
            </a:extLst>
          </p:cNvPr>
          <p:cNvSpPr>
            <a:spLocks xmlns:a="http://schemas.openxmlformats.org/drawingml/2006/main" noGrp="1"/>
          </p:cNvSpPr>
          <p:nvPr/>
        </p:nvSpPr>
        <p:spPr>
          <a:xfrm xmlns:a="http://schemas.openxmlformats.org/drawingml/2006/main">
            <a:off x="7886700" y="4867275"/>
            <a:ext cx="38100" cy="552450"/>
          </a:xfrm>
          <a:prstGeom xmlns:a="http://schemas.openxmlformats.org/drawingml/2006/main" prst="rect">
            <a:avLst/>
          </a:prstGeom>
          <a:solidFill xmlns:a="http://schemas.openxmlformats.org/drawingml/2006/main">
            <a:srgbClr val="EF7484"/>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744DC691-C1B6-41B1-9EEE-272BF19D3D06}"/>
              </a:ext>
            </a:extLst>
          </p:cNvPr>
          <p:cNvSpPr>
            <a:spLocks xmlns:a="http://schemas.openxmlformats.org/drawingml/2006/main" noGrp="1"/>
          </p:cNvSpPr>
          <p:nvPr/>
        </p:nvSpPr>
        <p:spPr>
          <a:xfrm xmlns:a="http://schemas.openxmlformats.org/drawingml/2006/main">
            <a:off x="1047750" y="4829175"/>
            <a:ext cx="6429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650" b="0">
                <a:solidFill>
                  <a:srgbClr val="F8FBFF"/>
                </a:solidFill>
                <a:latin typeface="Segoe UI"/>
                <a:ea typeface="Segoe UI"/>
                <a:cs typeface="Segoe UI"/>
              </a:defRPr>
            </a:pPr>
            <a:r>
              <a:rPr sz="1650" b="0">
                <a:solidFill>
                  <a:srgbClr val="F8FBFF"/>
                </a:solidFill>
                <a:latin typeface="Segoe UI"/>
                <a:ea typeface="Segoe UI"/>
                <a:cs typeface="Segoe UI"/>
              </a:rPr>
              <a:t>‏הדפדפן מקבל מידע רק דרך ממשק מוגבל לקריאה.</a:t>
            </a:r>
          </a:p>
        </p:txBody>
      </p:sp>
      <p:sp>
        <p:nvSpPr>
          <p:cNvPr id="26" name="">
            <a:extLst xmlns:a="http://schemas.openxmlformats.org/drawingml/2006/main">
              <a:ext uri="{FF2B5EF4-FFF2-40B4-BE49-F238E27FC236}">
                <a16:creationId xmlns:a16="http://schemas.microsoft.com/office/drawing/2014/main" id="{B97A6DAC-268B-4B62-AACC-0AD3126BAA26}"/>
              </a:ext>
            </a:extLst>
          </p:cNvPr>
          <p:cNvSpPr>
            <a:spLocks xmlns:a="http://schemas.openxmlformats.org/drawingml/2006/main" noGrp="1"/>
          </p:cNvSpPr>
          <p:nvPr/>
        </p:nvSpPr>
        <p:spPr>
          <a:xfrm xmlns:a="http://schemas.openxmlformats.org/drawingml/2006/main">
            <a:off x="1047750" y="5229225"/>
            <a:ext cx="6429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50" b="1">
                <a:solidFill>
                  <a:srgbClr val="EF7484"/>
                </a:solidFill>
                <a:latin typeface="Cascadia Mono"/>
                <a:ea typeface="Cascadia Mono"/>
                <a:cs typeface="Cascadia Mono"/>
              </a:defRPr>
            </a:pPr>
            <a:r>
              <a:rPr sz="1050" b="1">
                <a:solidFill>
                  <a:srgbClr val="EF7484"/>
                </a:solidFill>
                <a:latin typeface="Cascadia Mono"/>
                <a:ea typeface="Cascadia Mono"/>
                <a:cs typeface="Cascadia Mono"/>
              </a:rPr>
              <a:t>READ-ONLY BACKEND API</a:t>
            </a:r>
          </a:p>
        </p:txBody>
      </p:sp>
    </p:spTree>
    <p:extLst>
      <p:ext uri="{BB962C8B-B14F-4D97-AF65-F5344CB8AC3E}">
        <p14:creationId xmlns:p14="http://schemas.microsoft.com/office/powerpoint/2010/main" val="1058695978"/>
      </p:ext>
    </p:extLst>
  </p:cSld>
</p:sld>
</file>

<file path=ppt/slides/slide11.xml><?xml version="1.0" encoding="utf-8"?>
<p:sld xmlns:p="http://schemas.openxmlformats.org/presentationml/2006/main">
  <p:cSld>
    <p:bg>
      <p:bgPr>
        <a:solidFill xmlns:a="http://schemas.openxmlformats.org/drawingml/2006/main">
          <a:srgbClr val="F4F1E9"/>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7CD4490B-243C-4D2F-AE43-FCDF0F3A4DB8}"/>
              </a:ext>
            </a:extLst>
          </p:cNvPr>
          <p:cNvSpPr>
            <a:spLocks xmlns:a="http://schemas.openxmlformats.org/drawingml/2006/main" noGrp="1"/>
          </p:cNvSpPr>
          <p:nvPr/>
        </p:nvSpPr>
        <p:spPr>
          <a:xfrm xmlns:a="http://schemas.openxmlformats.org/drawingml/2006/main">
            <a:off x="609600" y="361950"/>
            <a:ext cx="400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75" b="1">
                <a:solidFill>
                  <a:srgbClr val="117C70"/>
                </a:solidFill>
                <a:latin typeface="Cascadia Mono"/>
                <a:ea typeface="Cascadia Mono"/>
                <a:cs typeface="Cascadia Mono"/>
              </a:defRPr>
            </a:pPr>
            <a:r>
              <a:rPr sz="975" b="1">
                <a:solidFill>
                  <a:srgbClr val="117C70"/>
                </a:solidFill>
                <a:latin typeface="Cascadia Mono"/>
                <a:ea typeface="Cascadia Mono"/>
                <a:cs typeface="Cascadia Mono"/>
              </a:rPr>
              <a:t>ROADMAP</a:t>
            </a:r>
          </a:p>
        </p:txBody>
      </p:sp>
      <p:sp>
        <p:nvSpPr>
          <p:cNvPr id="2" name="">
            <a:extLst xmlns:a="http://schemas.openxmlformats.org/drawingml/2006/main">
              <a:ext uri="{FF2B5EF4-FFF2-40B4-BE49-F238E27FC236}">
                <a16:creationId xmlns:a16="http://schemas.microsoft.com/office/drawing/2014/main" id="{C37C9761-EEC0-47DA-87CF-5E156A84C24B}"/>
              </a:ext>
            </a:extLst>
          </p:cNvPr>
          <p:cNvSpPr>
            <a:spLocks xmlns:a="http://schemas.openxmlformats.org/drawingml/2006/main" noGrp="1"/>
          </p:cNvSpPr>
          <p:nvPr/>
        </p:nvSpPr>
        <p:spPr>
          <a:xfrm xmlns:a="http://schemas.openxmlformats.org/drawingml/2006/main">
            <a:off x="5810250" y="361950"/>
            <a:ext cx="5772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00000"/>
              </a:lnSpc>
              <a:buNone/>
              <a:defRPr sz="3000" b="1">
                <a:solidFill>
                  <a:srgbClr val="091827"/>
                </a:solidFill>
                <a:latin typeface="Segoe UI"/>
                <a:ea typeface="Segoe UI"/>
                <a:cs typeface="Segoe UI"/>
              </a:defRPr>
            </a:pPr>
            <a:r>
              <a:rPr sz="3000" b="1">
                <a:solidFill>
                  <a:srgbClr val="091827"/>
                </a:solidFill>
                <a:latin typeface="Segoe UI"/>
                <a:ea typeface="Segoe UI"/>
                <a:cs typeface="Segoe UI"/>
              </a:rPr>
              <a:t>‏מה עובד היום ומה מגיע בהמשך</a:t>
            </a:r>
          </a:p>
        </p:txBody>
      </p:sp>
      <p:sp>
        <p:nvSpPr>
          <p:cNvPr id="3" name="">
            <a:extLst xmlns:a="http://schemas.openxmlformats.org/drawingml/2006/main">
              <a:ext uri="{FF2B5EF4-FFF2-40B4-BE49-F238E27FC236}">
                <a16:creationId xmlns:a16="http://schemas.microsoft.com/office/drawing/2014/main" id="{6A4E0083-C09C-44DC-BC83-CEB95D3F1006}"/>
              </a:ext>
            </a:extLst>
          </p:cNvPr>
          <p:cNvSpPr>
            <a:spLocks xmlns:a="http://schemas.openxmlformats.org/drawingml/2006/main" noGrp="1"/>
          </p:cNvSpPr>
          <p:nvPr/>
        </p:nvSpPr>
        <p:spPr>
          <a:xfrm xmlns:a="http://schemas.openxmlformats.org/drawingml/2006/main">
            <a:off x="495300" y="6438900"/>
            <a:ext cx="3429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25" b="1">
                <a:solidFill>
                  <a:srgbClr val="5B6B78"/>
                </a:solidFill>
                <a:latin typeface="Cascadia Mono"/>
                <a:ea typeface="Cascadia Mono"/>
                <a:cs typeface="Cascadia Mono"/>
              </a:defRPr>
            </a:pPr>
            <a:r>
              <a:rPr sz="825" b="1">
                <a:solidFill>
                  <a:srgbClr val="5B6B78"/>
                </a:solidFill>
                <a:latin typeface="Cascadia Mono"/>
                <a:ea typeface="Cascadia Mono"/>
                <a:cs typeface="Cascadia Mono"/>
              </a:rPr>
              <a:t>11</a:t>
            </a:r>
          </a:p>
        </p:txBody>
      </p:sp>
      <p:sp>
        <p:nvSpPr>
          <p:cNvPr id="4" name="">
            <a:extLst xmlns:a="http://schemas.openxmlformats.org/drawingml/2006/main">
              <a:ext uri="{FF2B5EF4-FFF2-40B4-BE49-F238E27FC236}">
                <a16:creationId xmlns:a16="http://schemas.microsoft.com/office/drawing/2014/main" id="{E23391E8-BEF7-4819-BDE3-9051F9FAE737}"/>
              </a:ext>
            </a:extLst>
          </p:cNvPr>
          <p:cNvSpPr>
            <a:spLocks xmlns:a="http://schemas.openxmlformats.org/drawingml/2006/main" noGrp="1"/>
          </p:cNvSpPr>
          <p:nvPr/>
        </p:nvSpPr>
        <p:spPr>
          <a:xfrm xmlns:a="http://schemas.openxmlformats.org/drawingml/2006/main">
            <a:off x="914400" y="6534150"/>
            <a:ext cx="10744200" cy="0"/>
          </a:xfrm>
          <a:prstGeom xmlns:a="http://schemas.openxmlformats.org/drawingml/2006/main" prst="line">
            <a:avLst/>
          </a:prstGeom>
          <a:noFill xmlns:a="http://schemas.openxmlformats.org/drawingml/2006/main"/>
          <a:ln xmlns:a="http://schemas.openxmlformats.org/drawingml/2006/main" w="9525">
            <a:solidFill>
              <a:srgbClr val="C9D2D8"/>
            </a:solidFill>
            <a:prstDash val="solid"/>
          </a:ln>
        </p:spPr>
      </p:sp>
      <p:sp>
        <p:nvSpPr>
          <p:cNvPr id="5" name="">
            <a:extLst xmlns:a="http://schemas.openxmlformats.org/drawingml/2006/main">
              <a:ext uri="{FF2B5EF4-FFF2-40B4-BE49-F238E27FC236}">
                <a16:creationId xmlns:a16="http://schemas.microsoft.com/office/drawing/2014/main" id="{6D2FD9EE-A8B9-4BCC-94B6-DEC3D3E27EB5}"/>
              </a:ext>
            </a:extLst>
          </p:cNvPr>
          <p:cNvSpPr>
            <a:spLocks xmlns:a="http://schemas.openxmlformats.org/drawingml/2006/main" noGrp="1"/>
          </p:cNvSpPr>
          <p:nvPr/>
        </p:nvSpPr>
        <p:spPr>
          <a:xfrm xmlns:a="http://schemas.openxmlformats.org/drawingml/2006/main">
            <a:off x="4810125" y="11811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650" b="0">
                <a:solidFill>
                  <a:srgbClr val="5B6B78"/>
                </a:solidFill>
                <a:latin typeface="Segoe UI"/>
                <a:ea typeface="Segoe UI"/>
                <a:cs typeface="Segoe UI"/>
              </a:defRPr>
            </a:pPr>
            <a:r>
              <a:rPr sz="1650" b="0">
                <a:solidFill>
                  <a:srgbClr val="5B6B78"/>
                </a:solidFill>
                <a:latin typeface="Segoe UI"/>
                <a:ea typeface="Segoe UI"/>
                <a:cs typeface="Segoe UI"/>
              </a:rPr>
              <a:t>‏המטרה אינה להוסיף עוד טכנולוגיה. המטרה היא להרחיב אמון, כיסוי ותפעול.</a:t>
            </a:r>
          </a:p>
        </p:txBody>
      </p:sp>
      <p:sp>
        <p:nvSpPr>
          <p:cNvPr id="6" name="">
            <a:extLst xmlns:a="http://schemas.openxmlformats.org/drawingml/2006/main">
              <a:ext uri="{FF2B5EF4-FFF2-40B4-BE49-F238E27FC236}">
                <a16:creationId xmlns:a16="http://schemas.microsoft.com/office/drawing/2014/main" id="{D066E7BB-3CFF-46DC-A9B6-E82702B505EA}"/>
              </a:ext>
            </a:extLst>
          </p:cNvPr>
          <p:cNvSpPr>
            <a:spLocks xmlns:a="http://schemas.openxmlformats.org/drawingml/2006/main" noGrp="1"/>
          </p:cNvSpPr>
          <p:nvPr/>
        </p:nvSpPr>
        <p:spPr>
          <a:xfrm xmlns:a="http://schemas.openxmlformats.org/drawingml/2006/main">
            <a:off x="1295400" y="3257550"/>
            <a:ext cx="9525000" cy="0"/>
          </a:xfrm>
          <a:prstGeom xmlns:a="http://schemas.openxmlformats.org/drawingml/2006/main" prst="line">
            <a:avLst/>
          </a:prstGeom>
          <a:noFill xmlns:a="http://schemas.openxmlformats.org/drawingml/2006/main"/>
          <a:ln xmlns:a="http://schemas.openxmlformats.org/drawingml/2006/main" w="38100">
            <a:solidFill>
              <a:srgbClr val="C9D2D8"/>
            </a:solidFill>
            <a:prstDash val="solid"/>
          </a:ln>
        </p:spPr>
      </p:sp>
      <p:sp>
        <p:nvSpPr>
          <p:cNvPr id="7" name="">
            <a:extLst xmlns:a="http://schemas.openxmlformats.org/drawingml/2006/main">
              <a:ext uri="{FF2B5EF4-FFF2-40B4-BE49-F238E27FC236}">
                <a16:creationId xmlns:a16="http://schemas.microsoft.com/office/drawing/2014/main" id="{B1724685-E1D8-4010-8FEF-C569CADF70D9}"/>
              </a:ext>
            </a:extLst>
          </p:cNvPr>
          <p:cNvSpPr>
            <a:spLocks xmlns:a="http://schemas.openxmlformats.org/drawingml/2006/main" noGrp="1"/>
          </p:cNvSpPr>
          <p:nvPr/>
        </p:nvSpPr>
        <p:spPr>
          <a:xfrm xmlns:a="http://schemas.openxmlformats.org/drawingml/2006/main">
            <a:off x="9810750" y="3114675"/>
            <a:ext cx="285750" cy="285750"/>
          </a:xfrm>
          <a:prstGeom xmlns:a="http://schemas.openxmlformats.org/drawingml/2006/main" prst="roundRect">
            <a:avLst>
              <a:gd name="adj" fmla="val 50000"/>
            </a:avLst>
          </a:prstGeom>
          <a:solidFill xmlns:a="http://schemas.openxmlformats.org/drawingml/2006/main">
            <a:srgbClr val="35D4B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92208CD-BFC6-471C-B6D7-043BDAFC80BF}"/>
              </a:ext>
            </a:extLst>
          </p:cNvPr>
          <p:cNvSpPr>
            <a:spLocks xmlns:a="http://schemas.openxmlformats.org/drawingml/2006/main" noGrp="1"/>
          </p:cNvSpPr>
          <p:nvPr/>
        </p:nvSpPr>
        <p:spPr>
          <a:xfrm xmlns:a="http://schemas.openxmlformats.org/drawingml/2006/main">
            <a:off x="9772650" y="3143250"/>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825" b="1">
                <a:solidFill>
                  <a:srgbClr val="091827"/>
                </a:solidFill>
                <a:latin typeface="Cascadia Mono"/>
                <a:ea typeface="Cascadia Mono"/>
                <a:cs typeface="Cascadia Mono"/>
              </a:defRPr>
            </a:pPr>
            <a:r>
              <a:rPr sz="825" b="1">
                <a:solidFill>
                  <a:srgbClr val="091827"/>
                </a:solidFill>
                <a:latin typeface="Cascadia Mono"/>
                <a:ea typeface="Cascadia Mono"/>
                <a:cs typeface="Cascadia Mono"/>
              </a:rPr>
              <a:t>01</a:t>
            </a:r>
          </a:p>
        </p:txBody>
      </p:sp>
      <p:sp>
        <p:nvSpPr>
          <p:cNvPr id="9" name="">
            <a:extLst xmlns:a="http://schemas.openxmlformats.org/drawingml/2006/main">
              <a:ext uri="{FF2B5EF4-FFF2-40B4-BE49-F238E27FC236}">
                <a16:creationId xmlns:a16="http://schemas.microsoft.com/office/drawing/2014/main" id="{944087D5-F327-4741-8057-11399B5DE839}"/>
              </a:ext>
            </a:extLst>
          </p:cNvPr>
          <p:cNvSpPr>
            <a:spLocks xmlns:a="http://schemas.openxmlformats.org/drawingml/2006/main" noGrp="1"/>
          </p:cNvSpPr>
          <p:nvPr/>
        </p:nvSpPr>
        <p:spPr>
          <a:xfrm xmlns:a="http://schemas.openxmlformats.org/drawingml/2006/main">
            <a:off x="8001000" y="2000250"/>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2025" b="1">
                <a:solidFill>
                  <a:srgbClr val="091827"/>
                </a:solidFill>
                <a:latin typeface="Segoe UI"/>
                <a:ea typeface="Segoe UI"/>
                <a:cs typeface="Segoe UI"/>
              </a:defRPr>
            </a:pPr>
            <a:r>
              <a:rPr sz="2025" b="1">
                <a:solidFill>
                  <a:srgbClr val="091827"/>
                </a:solidFill>
                <a:latin typeface="Segoe UI"/>
                <a:ea typeface="Segoe UI"/>
                <a:cs typeface="Segoe UI"/>
              </a:rPr>
              <a:t>‏היום</a:t>
            </a:r>
          </a:p>
        </p:txBody>
      </p:sp>
      <p:sp>
        <p:nvSpPr>
          <p:cNvPr id="10" name="">
            <a:extLst xmlns:a="http://schemas.openxmlformats.org/drawingml/2006/main">
              <a:ext uri="{FF2B5EF4-FFF2-40B4-BE49-F238E27FC236}">
                <a16:creationId xmlns:a16="http://schemas.microsoft.com/office/drawing/2014/main" id="{AF5783BD-4360-423F-AD5D-DD29C8C5C96D}"/>
              </a:ext>
            </a:extLst>
          </p:cNvPr>
          <p:cNvSpPr>
            <a:spLocks xmlns:a="http://schemas.openxmlformats.org/drawingml/2006/main" noGrp="1"/>
          </p:cNvSpPr>
          <p:nvPr/>
        </p:nvSpPr>
        <p:spPr>
          <a:xfrm xmlns:a="http://schemas.openxmlformats.org/drawingml/2006/main">
            <a:off x="8001000" y="3714750"/>
            <a:ext cx="20955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575" b="0">
                <a:solidFill>
                  <a:srgbClr val="5B6B78"/>
                </a:solidFill>
                <a:latin typeface="Segoe UI"/>
                <a:ea typeface="Segoe UI"/>
                <a:cs typeface="Segoe UI"/>
              </a:defRPr>
            </a:pPr>
            <a:r>
              <a:rPr sz="1575" b="0">
                <a:solidFill>
                  <a:srgbClr val="5B6B78"/>
                </a:solidFill>
                <a:latin typeface="Segoe UI"/>
                <a:ea typeface="Segoe UI"/>
                <a:cs typeface="Segoe UI"/>
              </a:rPr>
              <a:t>‏סביבה מקומית עובדת</a:t>
            </a:r>
          </a:p>
          <a:p xmlns:a="http://schemas.openxmlformats.org/drawingml/2006/main">
            <a:pPr algn="r">
              <a:lnSpc>
                <a:spcPct val="105000"/>
              </a:lnSpc>
              <a:buNone/>
              <a:defRPr sz="1575" b="0">
                <a:solidFill>
                  <a:srgbClr val="5B6B78"/>
                </a:solidFill>
                <a:latin typeface="Segoe UI"/>
                <a:ea typeface="Segoe UI"/>
                <a:cs typeface="Segoe UI"/>
              </a:defRPr>
            </a:pPr>
            <a:r>
              <a:rPr sz="1575" b="0">
                <a:solidFill>
                  <a:srgbClr val="5B6B78"/>
                </a:solidFill>
                <a:latin typeface="Segoe UI"/>
                <a:ea typeface="Segoe UI"/>
                <a:cs typeface="Segoe UI"/>
              </a:rPr>
              <a:t>41 ימים מאושרים</a:t>
            </a:r>
          </a:p>
          <a:p xmlns:a="http://schemas.openxmlformats.org/drawingml/2006/main">
            <a:pPr algn="r">
              <a:lnSpc>
                <a:spcPct val="105000"/>
              </a:lnSpc>
              <a:buNone/>
              <a:defRPr sz="1575" b="0">
                <a:solidFill>
                  <a:srgbClr val="5B6B78"/>
                </a:solidFill>
                <a:latin typeface="Segoe UI"/>
                <a:ea typeface="Segoe UI"/>
                <a:cs typeface="Segoe UI"/>
              </a:defRPr>
            </a:pPr>
            <a:r>
              <a:rPr sz="1575" b="0">
                <a:solidFill>
                  <a:srgbClr val="5B6B78"/>
                </a:solidFill>
                <a:latin typeface="Segoe UI"/>
                <a:ea typeface="Segoe UI"/>
                <a:cs typeface="Segoe UI"/>
              </a:rPr>
              <a:t>⁦Shadow Mode 1/20⁩</a:t>
            </a:r>
          </a:p>
        </p:txBody>
      </p:sp>
      <p:sp>
        <p:nvSpPr>
          <p:cNvPr id="11" name="">
            <a:extLst xmlns:a="http://schemas.openxmlformats.org/drawingml/2006/main">
              <a:ext uri="{FF2B5EF4-FFF2-40B4-BE49-F238E27FC236}">
                <a16:creationId xmlns:a16="http://schemas.microsoft.com/office/drawing/2014/main" id="{08B67C9E-453B-45D9-9AC5-0DCDC035D996}"/>
              </a:ext>
            </a:extLst>
          </p:cNvPr>
          <p:cNvSpPr>
            <a:spLocks xmlns:a="http://schemas.openxmlformats.org/drawingml/2006/main" noGrp="1"/>
          </p:cNvSpPr>
          <p:nvPr/>
        </p:nvSpPr>
        <p:spPr>
          <a:xfrm xmlns:a="http://schemas.openxmlformats.org/drawingml/2006/main">
            <a:off x="6048375" y="3114675"/>
            <a:ext cx="285750" cy="285750"/>
          </a:xfrm>
          <a:prstGeom xmlns:a="http://schemas.openxmlformats.org/drawingml/2006/main" prst="roundRect">
            <a:avLst>
              <a:gd name="adj" fmla="val 50000"/>
            </a:avLst>
          </a:prstGeom>
          <a:solidFill xmlns:a="http://schemas.openxmlformats.org/drawingml/2006/main">
            <a:srgbClr val="5B91F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5080225-091E-447A-8748-CF7D07007BE7}"/>
              </a:ext>
            </a:extLst>
          </p:cNvPr>
          <p:cNvSpPr>
            <a:spLocks xmlns:a="http://schemas.openxmlformats.org/drawingml/2006/main" noGrp="1"/>
          </p:cNvSpPr>
          <p:nvPr/>
        </p:nvSpPr>
        <p:spPr>
          <a:xfrm xmlns:a="http://schemas.openxmlformats.org/drawingml/2006/main">
            <a:off x="6010275" y="3143250"/>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825" b="1">
                <a:solidFill>
                  <a:srgbClr val="091827"/>
                </a:solidFill>
                <a:latin typeface="Cascadia Mono"/>
                <a:ea typeface="Cascadia Mono"/>
                <a:cs typeface="Cascadia Mono"/>
              </a:defRPr>
            </a:pPr>
            <a:r>
              <a:rPr sz="825" b="1">
                <a:solidFill>
                  <a:srgbClr val="091827"/>
                </a:solidFill>
                <a:latin typeface="Cascadia Mono"/>
                <a:ea typeface="Cascadia Mono"/>
                <a:cs typeface="Cascadia Mono"/>
              </a:rPr>
              <a:t>02</a:t>
            </a:r>
          </a:p>
        </p:txBody>
      </p:sp>
      <p:sp>
        <p:nvSpPr>
          <p:cNvPr id="13" name="">
            <a:extLst xmlns:a="http://schemas.openxmlformats.org/drawingml/2006/main">
              <a:ext uri="{FF2B5EF4-FFF2-40B4-BE49-F238E27FC236}">
                <a16:creationId xmlns:a16="http://schemas.microsoft.com/office/drawing/2014/main" id="{7999070B-519E-46DC-BDBA-2B11BC4881BF}"/>
              </a:ext>
            </a:extLst>
          </p:cNvPr>
          <p:cNvSpPr>
            <a:spLocks xmlns:a="http://schemas.openxmlformats.org/drawingml/2006/main" noGrp="1"/>
          </p:cNvSpPr>
          <p:nvPr/>
        </p:nvSpPr>
        <p:spPr>
          <a:xfrm xmlns:a="http://schemas.openxmlformats.org/drawingml/2006/main">
            <a:off x="4238625" y="2000250"/>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5006"/>
          </a:bodyPr>
          <a:lstStyle xmlns:a="http://schemas.openxmlformats.org/drawingml/2006/main"/>
          <a:p xmlns:a="http://schemas.openxmlformats.org/drawingml/2006/main">
            <a:pPr algn="r">
              <a:lnSpc>
                <a:spcPct val="100000"/>
              </a:lnSpc>
              <a:buNone/>
              <a:defRPr sz="2025" b="1">
                <a:solidFill>
                  <a:srgbClr val="091827"/>
                </a:solidFill>
                <a:latin typeface="Segoe UI"/>
                <a:ea typeface="Segoe UI"/>
                <a:cs typeface="Segoe UI"/>
              </a:defRPr>
            </a:pPr>
            <a:r>
              <a:rPr sz="2025" b="1">
                <a:solidFill>
                  <a:srgbClr val="091827"/>
                </a:solidFill>
                <a:latin typeface="Segoe UI"/>
                <a:ea typeface="Segoe UI"/>
                <a:cs typeface="Segoe UI"/>
              </a:rPr>
              <a:t>‏לאחר 20 ימים חיים</a:t>
            </a:r>
          </a:p>
        </p:txBody>
      </p:sp>
      <p:sp>
        <p:nvSpPr>
          <p:cNvPr id="14" name="">
            <a:extLst xmlns:a="http://schemas.openxmlformats.org/drawingml/2006/main">
              <a:ext uri="{FF2B5EF4-FFF2-40B4-BE49-F238E27FC236}">
                <a16:creationId xmlns:a16="http://schemas.microsoft.com/office/drawing/2014/main" id="{9211D752-BEDF-4A86-B1C3-2EAEC8D8414C}"/>
              </a:ext>
            </a:extLst>
          </p:cNvPr>
          <p:cNvSpPr>
            <a:spLocks xmlns:a="http://schemas.openxmlformats.org/drawingml/2006/main" noGrp="1"/>
          </p:cNvSpPr>
          <p:nvPr/>
        </p:nvSpPr>
        <p:spPr>
          <a:xfrm xmlns:a="http://schemas.openxmlformats.org/drawingml/2006/main">
            <a:off x="4238625" y="3714750"/>
            <a:ext cx="20955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575" b="0">
                <a:solidFill>
                  <a:srgbClr val="5B6B78"/>
                </a:solidFill>
                <a:latin typeface="Segoe UI"/>
                <a:ea typeface="Segoe UI"/>
                <a:cs typeface="Segoe UI"/>
              </a:defRPr>
            </a:pPr>
            <a:r>
              <a:rPr sz="1575" b="0">
                <a:solidFill>
                  <a:srgbClr val="5B6B78"/>
                </a:solidFill>
                <a:latin typeface="Segoe UI"/>
                <a:ea typeface="Segoe UI"/>
                <a:cs typeface="Segoe UI"/>
              </a:rPr>
              <a:t>‏בדיקת ⁦Calibration⁩</a:t>
            </a:r>
          </a:p>
          <a:p xmlns:a="http://schemas.openxmlformats.org/drawingml/2006/main">
            <a:pPr algn="r">
              <a:lnSpc>
                <a:spcPct val="105000"/>
              </a:lnSpc>
              <a:buNone/>
              <a:defRPr sz="1575" b="0">
                <a:solidFill>
                  <a:srgbClr val="5B6B78"/>
                </a:solidFill>
                <a:latin typeface="Segoe UI"/>
                <a:ea typeface="Segoe UI"/>
                <a:cs typeface="Segoe UI"/>
              </a:defRPr>
            </a:pPr>
            <a:r>
              <a:rPr sz="1575" b="0">
                <a:solidFill>
                  <a:srgbClr val="5B6B78"/>
                </a:solidFill>
                <a:latin typeface="Segoe UI"/>
                <a:ea typeface="Segoe UI"/>
                <a:cs typeface="Segoe UI"/>
              </a:rPr>
              <a:t>אישור אנושי נפרד</a:t>
            </a:r>
          </a:p>
          <a:p xmlns:a="http://schemas.openxmlformats.org/drawingml/2006/main">
            <a:pPr algn="r">
              <a:lnSpc>
                <a:spcPct val="105000"/>
              </a:lnSpc>
              <a:buNone/>
              <a:defRPr sz="1575" b="0">
                <a:solidFill>
                  <a:srgbClr val="5B6B78"/>
                </a:solidFill>
                <a:latin typeface="Segoe UI"/>
                <a:ea typeface="Segoe UI"/>
                <a:cs typeface="Segoe UI"/>
              </a:defRPr>
            </a:pPr>
            <a:r>
              <a:rPr sz="1575" b="0">
                <a:solidFill>
                  <a:srgbClr val="5B6B78"/>
                </a:solidFill>
                <a:latin typeface="Segoe UI"/>
                <a:ea typeface="Segoe UI"/>
                <a:cs typeface="Segoe UI"/>
              </a:rPr>
              <a:t>פתיחת ⁦Decision Support⁩</a:t>
            </a:r>
          </a:p>
        </p:txBody>
      </p:sp>
      <p:sp>
        <p:nvSpPr>
          <p:cNvPr id="15" name="">
            <a:extLst xmlns:a="http://schemas.openxmlformats.org/drawingml/2006/main">
              <a:ext uri="{FF2B5EF4-FFF2-40B4-BE49-F238E27FC236}">
                <a16:creationId xmlns:a16="http://schemas.microsoft.com/office/drawing/2014/main" id="{E4A47BD4-32DB-42FE-8835-6310D2D6D5B8}"/>
              </a:ext>
            </a:extLst>
          </p:cNvPr>
          <p:cNvSpPr>
            <a:spLocks xmlns:a="http://schemas.openxmlformats.org/drawingml/2006/main" noGrp="1"/>
          </p:cNvSpPr>
          <p:nvPr/>
        </p:nvSpPr>
        <p:spPr>
          <a:xfrm xmlns:a="http://schemas.openxmlformats.org/drawingml/2006/main">
            <a:off x="2286000" y="3114675"/>
            <a:ext cx="285750" cy="285750"/>
          </a:xfrm>
          <a:prstGeom xmlns:a="http://schemas.openxmlformats.org/drawingml/2006/main" prst="roundRect">
            <a:avLst>
              <a:gd name="adj" fmla="val 50000"/>
            </a:avLst>
          </a:prstGeom>
          <a:solidFill xmlns:a="http://schemas.openxmlformats.org/drawingml/2006/main">
            <a:srgbClr val="F4B94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511B735-0462-4247-8889-12C5CCE17934}"/>
              </a:ext>
            </a:extLst>
          </p:cNvPr>
          <p:cNvSpPr>
            <a:spLocks xmlns:a="http://schemas.openxmlformats.org/drawingml/2006/main" noGrp="1"/>
          </p:cNvSpPr>
          <p:nvPr/>
        </p:nvSpPr>
        <p:spPr>
          <a:xfrm xmlns:a="http://schemas.openxmlformats.org/drawingml/2006/main">
            <a:off x="2247900" y="3143250"/>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825" b="1">
                <a:solidFill>
                  <a:srgbClr val="091827"/>
                </a:solidFill>
                <a:latin typeface="Cascadia Mono"/>
                <a:ea typeface="Cascadia Mono"/>
                <a:cs typeface="Cascadia Mono"/>
              </a:defRPr>
            </a:pPr>
            <a:r>
              <a:rPr sz="825" b="1">
                <a:solidFill>
                  <a:srgbClr val="091827"/>
                </a:solidFill>
                <a:latin typeface="Cascadia Mono"/>
                <a:ea typeface="Cascadia Mono"/>
                <a:cs typeface="Cascadia Mono"/>
              </a:rPr>
              <a:t>03</a:t>
            </a:r>
          </a:p>
        </p:txBody>
      </p:sp>
      <p:sp>
        <p:nvSpPr>
          <p:cNvPr id="17" name="">
            <a:extLst xmlns:a="http://schemas.openxmlformats.org/drawingml/2006/main">
              <a:ext uri="{FF2B5EF4-FFF2-40B4-BE49-F238E27FC236}">
                <a16:creationId xmlns:a16="http://schemas.microsoft.com/office/drawing/2014/main" id="{3F00B30E-6855-417E-9DC7-6127703C98A9}"/>
              </a:ext>
            </a:extLst>
          </p:cNvPr>
          <p:cNvSpPr>
            <a:spLocks xmlns:a="http://schemas.openxmlformats.org/drawingml/2006/main" noGrp="1"/>
          </p:cNvSpPr>
          <p:nvPr/>
        </p:nvSpPr>
        <p:spPr>
          <a:xfrm xmlns:a="http://schemas.openxmlformats.org/drawingml/2006/main">
            <a:off x="476250" y="2000250"/>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2025" b="1">
                <a:solidFill>
                  <a:srgbClr val="091827"/>
                </a:solidFill>
                <a:latin typeface="Segoe UI"/>
                <a:ea typeface="Segoe UI"/>
                <a:cs typeface="Segoe UI"/>
              </a:defRPr>
            </a:pPr>
            <a:r>
              <a:rPr sz="2025" b="1">
                <a:solidFill>
                  <a:srgbClr val="091827"/>
                </a:solidFill>
                <a:latin typeface="Segoe UI"/>
                <a:ea typeface="Segoe UI"/>
                <a:cs typeface="Segoe UI"/>
              </a:rPr>
              <a:t>‏הרחבה עתידית</a:t>
            </a:r>
          </a:p>
        </p:txBody>
      </p:sp>
      <p:sp>
        <p:nvSpPr>
          <p:cNvPr id="18" name="">
            <a:extLst xmlns:a="http://schemas.openxmlformats.org/drawingml/2006/main">
              <a:ext uri="{FF2B5EF4-FFF2-40B4-BE49-F238E27FC236}">
                <a16:creationId xmlns:a16="http://schemas.microsoft.com/office/drawing/2014/main" id="{F7D2DF1B-B6CE-4FBD-92B9-216D7047A143}"/>
              </a:ext>
            </a:extLst>
          </p:cNvPr>
          <p:cNvSpPr>
            <a:spLocks xmlns:a="http://schemas.openxmlformats.org/drawingml/2006/main" noGrp="1"/>
          </p:cNvSpPr>
          <p:nvPr/>
        </p:nvSpPr>
        <p:spPr>
          <a:xfrm xmlns:a="http://schemas.openxmlformats.org/drawingml/2006/main">
            <a:off x="476250" y="3714750"/>
            <a:ext cx="20955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575" b="0">
                <a:solidFill>
                  <a:srgbClr val="5B6B78"/>
                </a:solidFill>
                <a:latin typeface="Segoe UI"/>
                <a:ea typeface="Segoe UI"/>
                <a:cs typeface="Segoe UI"/>
              </a:defRPr>
            </a:pPr>
            <a:r>
              <a:rPr sz="1575" b="0">
                <a:solidFill>
                  <a:srgbClr val="5B6B78"/>
                </a:solidFill>
                <a:latin typeface="Segoe UI"/>
                <a:ea typeface="Segoe UI"/>
                <a:cs typeface="Segoe UI"/>
              </a:rPr>
              <a:t>‏⁦SIP / S3 / Elastic⁩</a:t>
            </a:r>
          </a:p>
          <a:p xmlns:a="http://schemas.openxmlformats.org/drawingml/2006/main">
            <a:pPr algn="r">
              <a:lnSpc>
                <a:spcPct val="105000"/>
              </a:lnSpc>
              <a:buNone/>
              <a:defRPr sz="1575" b="0">
                <a:solidFill>
                  <a:srgbClr val="5B6B78"/>
                </a:solidFill>
                <a:latin typeface="Segoe UI"/>
                <a:ea typeface="Segoe UI"/>
                <a:cs typeface="Segoe UI"/>
              </a:defRPr>
            </a:pPr>
            <a:r>
              <a:rPr sz="1575" b="0">
                <a:solidFill>
                  <a:srgbClr val="5B6B78"/>
                </a:solidFill>
                <a:latin typeface="Segoe UI"/>
                <a:ea typeface="Segoe UI"/>
                <a:cs typeface="Segoe UI"/>
              </a:rPr>
              <a:t>⁦Authentication + TLS⁩</a:t>
            </a:r>
          </a:p>
          <a:p xmlns:a="http://schemas.openxmlformats.org/drawingml/2006/main">
            <a:pPr algn="r">
              <a:lnSpc>
                <a:spcPct val="105000"/>
              </a:lnSpc>
              <a:buNone/>
              <a:defRPr sz="1575" b="0">
                <a:solidFill>
                  <a:srgbClr val="5B6B78"/>
                </a:solidFill>
                <a:latin typeface="Segoe UI"/>
                <a:ea typeface="Segoe UI"/>
                <a:cs typeface="Segoe UI"/>
              </a:defRPr>
            </a:pPr>
            <a:r>
              <a:rPr sz="1575" b="0">
                <a:solidFill>
                  <a:srgbClr val="5B6B78"/>
                </a:solidFill>
                <a:latin typeface="Segoe UI"/>
                <a:ea typeface="Segoe UI"/>
                <a:cs typeface="Segoe UI"/>
              </a:rPr>
              <a:t>פריסה משותפת</a:t>
            </a:r>
          </a:p>
        </p:txBody>
      </p:sp>
      <p:sp>
        <p:nvSpPr>
          <p:cNvPr id="19" name="">
            <a:extLst xmlns:a="http://schemas.openxmlformats.org/drawingml/2006/main">
              <a:ext uri="{FF2B5EF4-FFF2-40B4-BE49-F238E27FC236}">
                <a16:creationId xmlns:a16="http://schemas.microsoft.com/office/drawing/2014/main" id="{367D42F8-BDCF-4ADC-9229-BC3D5FFCAE36}"/>
              </a:ext>
            </a:extLst>
          </p:cNvPr>
          <p:cNvSpPr>
            <a:spLocks xmlns:a="http://schemas.openxmlformats.org/drawingml/2006/main" noGrp="1"/>
          </p:cNvSpPr>
          <p:nvPr/>
        </p:nvSpPr>
        <p:spPr>
          <a:xfrm xmlns:a="http://schemas.openxmlformats.org/drawingml/2006/main">
            <a:off x="4419600" y="5295900"/>
            <a:ext cx="714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1270"/>
          </a:bodyPr>
          <a:lstStyle xmlns:a="http://schemas.openxmlformats.org/drawingml/2006/main"/>
          <a:p xmlns:a="http://schemas.openxmlformats.org/drawingml/2006/main">
            <a:pPr algn="r">
              <a:lnSpc>
                <a:spcPct val="100000"/>
              </a:lnSpc>
              <a:buNone/>
              <a:defRPr sz="1575" b="1">
                <a:solidFill>
                  <a:srgbClr val="EF7484"/>
                </a:solidFill>
                <a:latin typeface="Segoe UI"/>
                <a:ea typeface="Segoe UI"/>
                <a:cs typeface="Segoe UI"/>
              </a:defRPr>
            </a:pPr>
            <a:r>
              <a:rPr sz="1575" b="1">
                <a:solidFill>
                  <a:srgbClr val="EF7484"/>
                </a:solidFill>
                <a:latin typeface="Segoe UI"/>
                <a:ea typeface="Segoe UI"/>
                <a:cs typeface="Segoe UI"/>
              </a:rPr>
              <a:t>‏הקידום יתאפשר רק לאחר ראיות חיות ובדיקה אנושית. תוצאות היסטוריות לבדן אינן מספיקות.</a:t>
            </a:r>
          </a:p>
        </p:txBody>
      </p:sp>
    </p:spTree>
    <p:extLst>
      <p:ext uri="{BB962C8B-B14F-4D97-AF65-F5344CB8AC3E}">
        <p14:creationId xmlns:p14="http://schemas.microsoft.com/office/powerpoint/2010/main" val="1616033795"/>
      </p:ext>
    </p:extLst>
  </p:cSld>
</p:sld>
</file>

<file path=ppt/slides/slide12.xml><?xml version="1.0" encoding="utf-8"?>
<p:sld xmlns:p="http://schemas.openxmlformats.org/presentationml/2006/main">
  <p:cSld>
    <p:bg>
      <p:bgPr>
        <a:solidFill xmlns:a="http://schemas.openxmlformats.org/drawingml/2006/main">
          <a:srgbClr val="091827"/>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2FAFE4EB-E948-4005-9E24-858639580907}"/>
              </a:ext>
            </a:extLst>
          </p:cNvPr>
          <p:cNvSpPr>
            <a:spLocks xmlns:a="http://schemas.openxmlformats.org/drawingml/2006/main" noGrp="1"/>
          </p:cNvSpPr>
          <p:nvPr/>
        </p:nvSpPr>
        <p:spPr>
          <a:xfrm xmlns:a="http://schemas.openxmlformats.org/drawingml/2006/main">
            <a:off x="609600" y="419100"/>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975" b="1">
                <a:solidFill>
                  <a:srgbClr val="35D4B5"/>
                </a:solidFill>
                <a:latin typeface="Cascadia Mono"/>
                <a:ea typeface="Cascadia Mono"/>
                <a:cs typeface="Cascadia Mono"/>
              </a:defRPr>
            </a:pPr>
            <a:r>
              <a:rPr sz="975" b="1">
                <a:solidFill>
                  <a:srgbClr val="35D4B5"/>
                </a:solidFill>
                <a:latin typeface="Cascadia Mono"/>
                <a:ea typeface="Cascadia Mono"/>
                <a:cs typeface="Cascadia Mono"/>
              </a:rPr>
              <a:t>LIVE DEMO · 06:00</a:t>
            </a:r>
          </a:p>
        </p:txBody>
      </p:sp>
      <p:sp>
        <p:nvSpPr>
          <p:cNvPr id="2" name="">
            <a:extLst xmlns:a="http://schemas.openxmlformats.org/drawingml/2006/main">
              <a:ext uri="{FF2B5EF4-FFF2-40B4-BE49-F238E27FC236}">
                <a16:creationId xmlns:a16="http://schemas.microsoft.com/office/drawing/2014/main" id="{F4BE4009-A92C-4EE0-8B00-0334FCE67C96}"/>
              </a:ext>
            </a:extLst>
          </p:cNvPr>
          <p:cNvSpPr>
            <a:spLocks xmlns:a="http://schemas.openxmlformats.org/drawingml/2006/main" noGrp="1"/>
          </p:cNvSpPr>
          <p:nvPr/>
        </p:nvSpPr>
        <p:spPr>
          <a:xfrm xmlns:a="http://schemas.openxmlformats.org/drawingml/2006/main">
            <a:off x="4533900" y="781050"/>
            <a:ext cx="70294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3900" b="1">
                <a:solidFill>
                  <a:srgbClr val="F8FBFF"/>
                </a:solidFill>
                <a:latin typeface="Segoe UI"/>
                <a:ea typeface="Segoe UI"/>
                <a:cs typeface="Segoe UI"/>
              </a:defRPr>
            </a:pPr>
            <a:r>
              <a:rPr sz="3900" b="1">
                <a:solidFill>
                  <a:srgbClr val="F8FBFF"/>
                </a:solidFill>
                <a:latin typeface="Segoe UI"/>
                <a:ea typeface="Segoe UI"/>
                <a:cs typeface="Segoe UI"/>
              </a:rPr>
              <a:t>‏עכשיו מוכיחים את זה בלייב</a:t>
            </a:r>
          </a:p>
        </p:txBody>
      </p:sp>
      <p:sp>
        <p:nvSpPr>
          <p:cNvPr id="3" name="">
            <a:extLst xmlns:a="http://schemas.openxmlformats.org/drawingml/2006/main">
              <a:ext uri="{FF2B5EF4-FFF2-40B4-BE49-F238E27FC236}">
                <a16:creationId xmlns:a16="http://schemas.microsoft.com/office/drawing/2014/main" id="{4F558E54-65D4-4DA4-B9B8-509A79A98DDF}"/>
              </a:ext>
            </a:extLst>
          </p:cNvPr>
          <p:cNvSpPr>
            <a:spLocks xmlns:a="http://schemas.openxmlformats.org/drawingml/2006/main" noGrp="1"/>
          </p:cNvSpPr>
          <p:nvPr/>
        </p:nvSpPr>
        <p:spPr>
          <a:xfrm xmlns:a="http://schemas.openxmlformats.org/drawingml/2006/main">
            <a:off x="5619750" y="1657350"/>
            <a:ext cx="5943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725" b="0">
                <a:solidFill>
                  <a:srgbClr val="9AB1C5"/>
                </a:solidFill>
                <a:latin typeface="Segoe UI"/>
                <a:ea typeface="Segoe UI"/>
                <a:cs typeface="Segoe UI"/>
              </a:defRPr>
            </a:pPr>
            <a:r>
              <a:rPr sz="1725" b="0">
                <a:solidFill>
                  <a:srgbClr val="9AB1C5"/>
                </a:solidFill>
                <a:latin typeface="Segoe UI"/>
                <a:ea typeface="Segoe UI"/>
                <a:cs typeface="Segoe UI"/>
              </a:rPr>
              <a:t>‏מהאירוע הגולמי ועד תרחיש החלטה שאפשר להסביר ולשחזר</a:t>
            </a:r>
          </a:p>
        </p:txBody>
      </p:sp>
      <p:sp>
        <p:nvSpPr>
          <p:cNvPr id="4" name="">
            <a:extLst xmlns:a="http://schemas.openxmlformats.org/drawingml/2006/main">
              <a:ext uri="{FF2B5EF4-FFF2-40B4-BE49-F238E27FC236}">
                <a16:creationId xmlns:a16="http://schemas.microsoft.com/office/drawing/2014/main" id="{60B5D527-9DFC-4506-93A0-B4D4CFF0791A}"/>
              </a:ext>
            </a:extLst>
          </p:cNvPr>
          <p:cNvSpPr>
            <a:spLocks xmlns:a="http://schemas.openxmlformats.org/drawingml/2006/main" noGrp="1"/>
          </p:cNvSpPr>
          <p:nvPr/>
        </p:nvSpPr>
        <p:spPr>
          <a:xfrm xmlns:a="http://schemas.openxmlformats.org/drawingml/2006/main">
            <a:off x="704850" y="3181350"/>
            <a:ext cx="419100" cy="419100"/>
          </a:xfrm>
          <a:prstGeom xmlns:a="http://schemas.openxmlformats.org/drawingml/2006/main" prst="roundRect">
            <a:avLst>
              <a:gd name="adj" fmla="val 50000"/>
            </a:avLst>
          </a:prstGeom>
          <a:solidFill xmlns:a="http://schemas.openxmlformats.org/drawingml/2006/main">
            <a:srgbClr val="10283C"/>
          </a:solidFill>
          <a:ln xmlns:a="http://schemas.openxmlformats.org/drawingml/2006/main" w="14288">
            <a:solidFill>
              <a:srgbClr val="294157"/>
            </a:solidFill>
            <a:prstDash val="solid"/>
          </a:ln>
        </p:spPr>
      </p:sp>
      <p:sp>
        <p:nvSpPr>
          <p:cNvPr id="5" name="">
            <a:extLst xmlns:a="http://schemas.openxmlformats.org/drawingml/2006/main">
              <a:ext uri="{FF2B5EF4-FFF2-40B4-BE49-F238E27FC236}">
                <a16:creationId xmlns:a16="http://schemas.microsoft.com/office/drawing/2014/main" id="{5F088FDC-EE81-4FB8-A5A8-53A25D39F597}"/>
              </a:ext>
            </a:extLst>
          </p:cNvPr>
          <p:cNvSpPr>
            <a:spLocks xmlns:a="http://schemas.openxmlformats.org/drawingml/2006/main" noGrp="1"/>
          </p:cNvSpPr>
          <p:nvPr/>
        </p:nvSpPr>
        <p:spPr>
          <a:xfrm xmlns:a="http://schemas.openxmlformats.org/drawingml/2006/main">
            <a:off x="704850" y="3295650"/>
            <a:ext cx="4191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900" b="1">
                <a:solidFill>
                  <a:srgbClr val="35D4B5"/>
                </a:solidFill>
                <a:latin typeface="Cascadia Mono"/>
                <a:ea typeface="Cascadia Mono"/>
                <a:cs typeface="Cascadia Mono"/>
              </a:defRPr>
            </a:pPr>
            <a:r>
              <a:rPr sz="900" b="1">
                <a:solidFill>
                  <a:srgbClr val="35D4B5"/>
                </a:solidFill>
                <a:latin typeface="Cascadia Mono"/>
                <a:ea typeface="Cascadia Mono"/>
                <a:cs typeface="Cascadia Mono"/>
              </a:rPr>
              <a:t>06</a:t>
            </a:r>
          </a:p>
        </p:txBody>
      </p:sp>
      <p:sp>
        <p:nvSpPr>
          <p:cNvPr id="6" name="">
            <a:extLst xmlns:a="http://schemas.openxmlformats.org/drawingml/2006/main">
              <a:ext uri="{FF2B5EF4-FFF2-40B4-BE49-F238E27FC236}">
                <a16:creationId xmlns:a16="http://schemas.microsoft.com/office/drawing/2014/main" id="{6DE752AE-2007-48A6-9192-76F8E907BBE4}"/>
              </a:ext>
            </a:extLst>
          </p:cNvPr>
          <p:cNvSpPr>
            <a:spLocks xmlns:a="http://schemas.openxmlformats.org/drawingml/2006/main" noGrp="1"/>
          </p:cNvSpPr>
          <p:nvPr/>
        </p:nvSpPr>
        <p:spPr>
          <a:xfrm xmlns:a="http://schemas.openxmlformats.org/drawingml/2006/main">
            <a:off x="209550" y="3848100"/>
            <a:ext cx="140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275" b="1">
                <a:solidFill>
                  <a:srgbClr val="F8FBFF"/>
                </a:solidFill>
                <a:latin typeface="Cascadia Mono"/>
                <a:ea typeface="Cascadia Mono"/>
                <a:cs typeface="Cascadia Mono"/>
              </a:defRPr>
            </a:pPr>
            <a:r>
              <a:rPr sz="1275" b="1">
                <a:solidFill>
                  <a:srgbClr val="F8FBFF"/>
                </a:solidFill>
                <a:latin typeface="Cascadia Mono"/>
                <a:ea typeface="Cascadia Mono"/>
                <a:cs typeface="Cascadia Mono"/>
              </a:rPr>
              <a:t>Backtesting</a:t>
            </a:r>
          </a:p>
        </p:txBody>
      </p:sp>
      <p:sp>
        <p:nvSpPr>
          <p:cNvPr id="7" name="">
            <a:extLst xmlns:a="http://schemas.openxmlformats.org/drawingml/2006/main">
              <a:ext uri="{FF2B5EF4-FFF2-40B4-BE49-F238E27FC236}">
                <a16:creationId xmlns:a16="http://schemas.microsoft.com/office/drawing/2014/main" id="{8C39B761-4C13-4F5B-ACDB-A19C5153FD78}"/>
              </a:ext>
            </a:extLst>
          </p:cNvPr>
          <p:cNvSpPr>
            <a:spLocks xmlns:a="http://schemas.openxmlformats.org/drawingml/2006/main" noGrp="1"/>
          </p:cNvSpPr>
          <p:nvPr/>
        </p:nvSpPr>
        <p:spPr>
          <a:xfrm xmlns:a="http://schemas.openxmlformats.org/drawingml/2006/main">
            <a:off x="2571750" y="3181350"/>
            <a:ext cx="419100" cy="419100"/>
          </a:xfrm>
          <a:prstGeom xmlns:a="http://schemas.openxmlformats.org/drawingml/2006/main" prst="roundRect">
            <a:avLst>
              <a:gd name="adj" fmla="val 50000"/>
            </a:avLst>
          </a:prstGeom>
          <a:solidFill xmlns:a="http://schemas.openxmlformats.org/drawingml/2006/main">
            <a:srgbClr val="10283C"/>
          </a:solidFill>
          <a:ln xmlns:a="http://schemas.openxmlformats.org/drawingml/2006/main" w="14288">
            <a:solidFill>
              <a:srgbClr val="294157"/>
            </a:solidFill>
            <a:prstDash val="solid"/>
          </a:ln>
        </p:spPr>
      </p:sp>
      <p:sp>
        <p:nvSpPr>
          <p:cNvPr id="8" name="">
            <a:extLst xmlns:a="http://schemas.openxmlformats.org/drawingml/2006/main">
              <a:ext uri="{FF2B5EF4-FFF2-40B4-BE49-F238E27FC236}">
                <a16:creationId xmlns:a16="http://schemas.microsoft.com/office/drawing/2014/main" id="{6D9315C0-3597-46FD-88A8-ADCDCD061351}"/>
              </a:ext>
            </a:extLst>
          </p:cNvPr>
          <p:cNvSpPr>
            <a:spLocks xmlns:a="http://schemas.openxmlformats.org/drawingml/2006/main" noGrp="1"/>
          </p:cNvSpPr>
          <p:nvPr/>
        </p:nvSpPr>
        <p:spPr>
          <a:xfrm xmlns:a="http://schemas.openxmlformats.org/drawingml/2006/main">
            <a:off x="2571750" y="3295650"/>
            <a:ext cx="4191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900" b="1">
                <a:solidFill>
                  <a:srgbClr val="35D4B5"/>
                </a:solidFill>
                <a:latin typeface="Cascadia Mono"/>
                <a:ea typeface="Cascadia Mono"/>
                <a:cs typeface="Cascadia Mono"/>
              </a:defRPr>
            </a:pPr>
            <a:r>
              <a:rPr sz="900" b="1">
                <a:solidFill>
                  <a:srgbClr val="35D4B5"/>
                </a:solidFill>
                <a:latin typeface="Cascadia Mono"/>
                <a:ea typeface="Cascadia Mono"/>
                <a:cs typeface="Cascadia Mono"/>
              </a:rPr>
              <a:t>05</a:t>
            </a:r>
          </a:p>
        </p:txBody>
      </p:sp>
      <p:sp>
        <p:nvSpPr>
          <p:cNvPr id="9" name="">
            <a:extLst xmlns:a="http://schemas.openxmlformats.org/drawingml/2006/main">
              <a:ext uri="{FF2B5EF4-FFF2-40B4-BE49-F238E27FC236}">
                <a16:creationId xmlns:a16="http://schemas.microsoft.com/office/drawing/2014/main" id="{9D0E8086-9824-4FBD-8646-AE2545D09829}"/>
              </a:ext>
            </a:extLst>
          </p:cNvPr>
          <p:cNvSpPr>
            <a:spLocks xmlns:a="http://schemas.openxmlformats.org/drawingml/2006/main" noGrp="1"/>
          </p:cNvSpPr>
          <p:nvPr/>
        </p:nvSpPr>
        <p:spPr>
          <a:xfrm xmlns:a="http://schemas.openxmlformats.org/drawingml/2006/main">
            <a:off x="2076450" y="3848100"/>
            <a:ext cx="140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275" b="1">
                <a:solidFill>
                  <a:srgbClr val="F8FBFF"/>
                </a:solidFill>
                <a:latin typeface="Cascadia Mono"/>
                <a:ea typeface="Cascadia Mono"/>
                <a:cs typeface="Cascadia Mono"/>
              </a:defRPr>
            </a:pPr>
            <a:r>
              <a:rPr sz="1275" b="1">
                <a:solidFill>
                  <a:srgbClr val="F8FBFF"/>
                </a:solidFill>
                <a:latin typeface="Cascadia Mono"/>
                <a:ea typeface="Cascadia Mono"/>
                <a:cs typeface="Cascadia Mono"/>
              </a:rPr>
              <a:t>Opportunity</a:t>
            </a:r>
          </a:p>
        </p:txBody>
      </p:sp>
      <p:sp>
        <p:nvSpPr>
          <p:cNvPr id="10" name="">
            <a:extLst xmlns:a="http://schemas.openxmlformats.org/drawingml/2006/main">
              <a:ext uri="{FF2B5EF4-FFF2-40B4-BE49-F238E27FC236}">
                <a16:creationId xmlns:a16="http://schemas.microsoft.com/office/drawing/2014/main" id="{6B80D834-CD83-44AF-A88F-0A4F3EB39127}"/>
              </a:ext>
            </a:extLst>
          </p:cNvPr>
          <p:cNvSpPr>
            <a:spLocks xmlns:a="http://schemas.openxmlformats.org/drawingml/2006/main" noGrp="1"/>
          </p:cNvSpPr>
          <p:nvPr/>
        </p:nvSpPr>
        <p:spPr>
          <a:xfrm xmlns:a="http://schemas.openxmlformats.org/drawingml/2006/main">
            <a:off x="4438650" y="3181350"/>
            <a:ext cx="419100" cy="419100"/>
          </a:xfrm>
          <a:prstGeom xmlns:a="http://schemas.openxmlformats.org/drawingml/2006/main" prst="roundRect">
            <a:avLst>
              <a:gd name="adj" fmla="val 50000"/>
            </a:avLst>
          </a:prstGeom>
          <a:solidFill xmlns:a="http://schemas.openxmlformats.org/drawingml/2006/main">
            <a:srgbClr val="10283C"/>
          </a:solidFill>
          <a:ln xmlns:a="http://schemas.openxmlformats.org/drawingml/2006/main" w="14288">
            <a:solidFill>
              <a:srgbClr val="294157"/>
            </a:solidFill>
            <a:prstDash val="solid"/>
          </a:ln>
        </p:spPr>
      </p:sp>
      <p:sp>
        <p:nvSpPr>
          <p:cNvPr id="11" name="">
            <a:extLst xmlns:a="http://schemas.openxmlformats.org/drawingml/2006/main">
              <a:ext uri="{FF2B5EF4-FFF2-40B4-BE49-F238E27FC236}">
                <a16:creationId xmlns:a16="http://schemas.microsoft.com/office/drawing/2014/main" id="{478DC0A1-B17C-454C-B92E-ABB661B65DF8}"/>
              </a:ext>
            </a:extLst>
          </p:cNvPr>
          <p:cNvSpPr>
            <a:spLocks xmlns:a="http://schemas.openxmlformats.org/drawingml/2006/main" noGrp="1"/>
          </p:cNvSpPr>
          <p:nvPr/>
        </p:nvSpPr>
        <p:spPr>
          <a:xfrm xmlns:a="http://schemas.openxmlformats.org/drawingml/2006/main">
            <a:off x="4438650" y="3295650"/>
            <a:ext cx="4191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900" b="1">
                <a:solidFill>
                  <a:srgbClr val="35D4B5"/>
                </a:solidFill>
                <a:latin typeface="Cascadia Mono"/>
                <a:ea typeface="Cascadia Mono"/>
                <a:cs typeface="Cascadia Mono"/>
              </a:defRPr>
            </a:pPr>
            <a:r>
              <a:rPr sz="900" b="1">
                <a:solidFill>
                  <a:srgbClr val="35D4B5"/>
                </a:solidFill>
                <a:latin typeface="Cascadia Mono"/>
                <a:ea typeface="Cascadia Mono"/>
                <a:cs typeface="Cascadia Mono"/>
              </a:rPr>
              <a:t>04</a:t>
            </a:r>
          </a:p>
        </p:txBody>
      </p:sp>
      <p:sp>
        <p:nvSpPr>
          <p:cNvPr id="12" name="">
            <a:extLst xmlns:a="http://schemas.openxmlformats.org/drawingml/2006/main">
              <a:ext uri="{FF2B5EF4-FFF2-40B4-BE49-F238E27FC236}">
                <a16:creationId xmlns:a16="http://schemas.microsoft.com/office/drawing/2014/main" id="{5142F8CF-3732-40A3-B93D-D03E0308381B}"/>
              </a:ext>
            </a:extLst>
          </p:cNvPr>
          <p:cNvSpPr>
            <a:spLocks xmlns:a="http://schemas.openxmlformats.org/drawingml/2006/main" noGrp="1"/>
          </p:cNvSpPr>
          <p:nvPr/>
        </p:nvSpPr>
        <p:spPr>
          <a:xfrm xmlns:a="http://schemas.openxmlformats.org/drawingml/2006/main">
            <a:off x="3943350" y="3848100"/>
            <a:ext cx="140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275" b="1">
                <a:solidFill>
                  <a:srgbClr val="F8FBFF"/>
                </a:solidFill>
                <a:latin typeface="Cascadia Mono"/>
                <a:ea typeface="Cascadia Mono"/>
                <a:cs typeface="Cascadia Mono"/>
              </a:defRPr>
            </a:pPr>
            <a:r>
              <a:rPr sz="1275" b="1">
                <a:solidFill>
                  <a:srgbClr val="F8FBFF"/>
                </a:solidFill>
                <a:latin typeface="Cascadia Mono"/>
                <a:ea typeface="Cascadia Mono"/>
                <a:cs typeface="Cascadia Mono"/>
              </a:rPr>
              <a:t>Airflow</a:t>
            </a:r>
          </a:p>
        </p:txBody>
      </p:sp>
      <p:sp>
        <p:nvSpPr>
          <p:cNvPr id="13" name="">
            <a:extLst xmlns:a="http://schemas.openxmlformats.org/drawingml/2006/main">
              <a:ext uri="{FF2B5EF4-FFF2-40B4-BE49-F238E27FC236}">
                <a16:creationId xmlns:a16="http://schemas.microsoft.com/office/drawing/2014/main" id="{80C9590F-65C5-4B80-958C-37BE7D5D88F2}"/>
              </a:ext>
            </a:extLst>
          </p:cNvPr>
          <p:cNvSpPr>
            <a:spLocks xmlns:a="http://schemas.openxmlformats.org/drawingml/2006/main" noGrp="1"/>
          </p:cNvSpPr>
          <p:nvPr/>
        </p:nvSpPr>
        <p:spPr>
          <a:xfrm xmlns:a="http://schemas.openxmlformats.org/drawingml/2006/main">
            <a:off x="6305550" y="3181350"/>
            <a:ext cx="419100" cy="419100"/>
          </a:xfrm>
          <a:prstGeom xmlns:a="http://schemas.openxmlformats.org/drawingml/2006/main" prst="roundRect">
            <a:avLst>
              <a:gd name="adj" fmla="val 50000"/>
            </a:avLst>
          </a:prstGeom>
          <a:solidFill xmlns:a="http://schemas.openxmlformats.org/drawingml/2006/main">
            <a:srgbClr val="10283C"/>
          </a:solidFill>
          <a:ln xmlns:a="http://schemas.openxmlformats.org/drawingml/2006/main" w="14288">
            <a:solidFill>
              <a:srgbClr val="294157"/>
            </a:solidFill>
            <a:prstDash val="solid"/>
          </a:ln>
        </p:spPr>
      </p:sp>
      <p:sp>
        <p:nvSpPr>
          <p:cNvPr id="14" name="">
            <a:extLst xmlns:a="http://schemas.openxmlformats.org/drawingml/2006/main">
              <a:ext uri="{FF2B5EF4-FFF2-40B4-BE49-F238E27FC236}">
                <a16:creationId xmlns:a16="http://schemas.microsoft.com/office/drawing/2014/main" id="{A3789B1B-AB0E-437C-894E-D1DE00F27889}"/>
              </a:ext>
            </a:extLst>
          </p:cNvPr>
          <p:cNvSpPr>
            <a:spLocks xmlns:a="http://schemas.openxmlformats.org/drawingml/2006/main" noGrp="1"/>
          </p:cNvSpPr>
          <p:nvPr/>
        </p:nvSpPr>
        <p:spPr>
          <a:xfrm xmlns:a="http://schemas.openxmlformats.org/drawingml/2006/main">
            <a:off x="6305550" y="3295650"/>
            <a:ext cx="4191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900" b="1">
                <a:solidFill>
                  <a:srgbClr val="35D4B5"/>
                </a:solidFill>
                <a:latin typeface="Cascadia Mono"/>
                <a:ea typeface="Cascadia Mono"/>
                <a:cs typeface="Cascadia Mono"/>
              </a:defRPr>
            </a:pPr>
            <a:r>
              <a:rPr sz="900" b="1">
                <a:solidFill>
                  <a:srgbClr val="35D4B5"/>
                </a:solidFill>
                <a:latin typeface="Cascadia Mono"/>
                <a:ea typeface="Cascadia Mono"/>
                <a:cs typeface="Cascadia Mono"/>
              </a:rPr>
              <a:t>03</a:t>
            </a:r>
          </a:p>
        </p:txBody>
      </p:sp>
      <p:sp>
        <p:nvSpPr>
          <p:cNvPr id="15" name="">
            <a:extLst xmlns:a="http://schemas.openxmlformats.org/drawingml/2006/main">
              <a:ext uri="{FF2B5EF4-FFF2-40B4-BE49-F238E27FC236}">
                <a16:creationId xmlns:a16="http://schemas.microsoft.com/office/drawing/2014/main" id="{4CCA1237-6A74-4079-8E9F-6DE13F7892F0}"/>
              </a:ext>
            </a:extLst>
          </p:cNvPr>
          <p:cNvSpPr>
            <a:spLocks xmlns:a="http://schemas.openxmlformats.org/drawingml/2006/main" noGrp="1"/>
          </p:cNvSpPr>
          <p:nvPr/>
        </p:nvSpPr>
        <p:spPr>
          <a:xfrm xmlns:a="http://schemas.openxmlformats.org/drawingml/2006/main">
            <a:off x="5810250" y="3848100"/>
            <a:ext cx="140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275" b="1">
                <a:solidFill>
                  <a:srgbClr val="F8FBFF"/>
                </a:solidFill>
                <a:latin typeface="Cascadia Mono"/>
                <a:ea typeface="Cascadia Mono"/>
                <a:cs typeface="Cascadia Mono"/>
              </a:defRPr>
            </a:pPr>
            <a:r>
              <a:rPr sz="1275" b="1">
                <a:solidFill>
                  <a:srgbClr val="F8FBFF"/>
                </a:solidFill>
                <a:latin typeface="Cascadia Mono"/>
                <a:ea typeface="Cascadia Mono"/>
                <a:cs typeface="Cascadia Mono"/>
              </a:rPr>
              <a:t>MinIO</a:t>
            </a:r>
          </a:p>
        </p:txBody>
      </p:sp>
      <p:sp>
        <p:nvSpPr>
          <p:cNvPr id="16" name="">
            <a:extLst xmlns:a="http://schemas.openxmlformats.org/drawingml/2006/main">
              <a:ext uri="{FF2B5EF4-FFF2-40B4-BE49-F238E27FC236}">
                <a16:creationId xmlns:a16="http://schemas.microsoft.com/office/drawing/2014/main" id="{79F4FA7D-34DE-4260-B93B-8DEE97FB74AB}"/>
              </a:ext>
            </a:extLst>
          </p:cNvPr>
          <p:cNvSpPr>
            <a:spLocks xmlns:a="http://schemas.openxmlformats.org/drawingml/2006/main" noGrp="1"/>
          </p:cNvSpPr>
          <p:nvPr/>
        </p:nvSpPr>
        <p:spPr>
          <a:xfrm xmlns:a="http://schemas.openxmlformats.org/drawingml/2006/main">
            <a:off x="8172450" y="3181350"/>
            <a:ext cx="419100" cy="419100"/>
          </a:xfrm>
          <a:prstGeom xmlns:a="http://schemas.openxmlformats.org/drawingml/2006/main" prst="roundRect">
            <a:avLst>
              <a:gd name="adj" fmla="val 50000"/>
            </a:avLst>
          </a:prstGeom>
          <a:solidFill xmlns:a="http://schemas.openxmlformats.org/drawingml/2006/main">
            <a:srgbClr val="10283C"/>
          </a:solidFill>
          <a:ln xmlns:a="http://schemas.openxmlformats.org/drawingml/2006/main" w="14288">
            <a:solidFill>
              <a:srgbClr val="294157"/>
            </a:solidFill>
            <a:prstDash val="solid"/>
          </a:ln>
        </p:spPr>
      </p:sp>
      <p:sp>
        <p:nvSpPr>
          <p:cNvPr id="17" name="">
            <a:extLst xmlns:a="http://schemas.openxmlformats.org/drawingml/2006/main">
              <a:ext uri="{FF2B5EF4-FFF2-40B4-BE49-F238E27FC236}">
                <a16:creationId xmlns:a16="http://schemas.microsoft.com/office/drawing/2014/main" id="{2CF54CDC-5F87-44FE-BDA8-E0EE467072BB}"/>
              </a:ext>
            </a:extLst>
          </p:cNvPr>
          <p:cNvSpPr>
            <a:spLocks xmlns:a="http://schemas.openxmlformats.org/drawingml/2006/main" noGrp="1"/>
          </p:cNvSpPr>
          <p:nvPr/>
        </p:nvSpPr>
        <p:spPr>
          <a:xfrm xmlns:a="http://schemas.openxmlformats.org/drawingml/2006/main">
            <a:off x="8172450" y="3295650"/>
            <a:ext cx="4191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900" b="1">
                <a:solidFill>
                  <a:srgbClr val="35D4B5"/>
                </a:solidFill>
                <a:latin typeface="Cascadia Mono"/>
                <a:ea typeface="Cascadia Mono"/>
                <a:cs typeface="Cascadia Mono"/>
              </a:defRPr>
            </a:pPr>
            <a:r>
              <a:rPr sz="900" b="1">
                <a:solidFill>
                  <a:srgbClr val="35D4B5"/>
                </a:solidFill>
                <a:latin typeface="Cascadia Mono"/>
                <a:ea typeface="Cascadia Mono"/>
                <a:cs typeface="Cascadia Mono"/>
              </a:rPr>
              <a:t>02</a:t>
            </a:r>
          </a:p>
        </p:txBody>
      </p:sp>
      <p:sp>
        <p:nvSpPr>
          <p:cNvPr id="18" name="">
            <a:extLst xmlns:a="http://schemas.openxmlformats.org/drawingml/2006/main">
              <a:ext uri="{FF2B5EF4-FFF2-40B4-BE49-F238E27FC236}">
                <a16:creationId xmlns:a16="http://schemas.microsoft.com/office/drawing/2014/main" id="{761BEE04-F816-409E-BFA4-1F14EBFB40A5}"/>
              </a:ext>
            </a:extLst>
          </p:cNvPr>
          <p:cNvSpPr>
            <a:spLocks xmlns:a="http://schemas.openxmlformats.org/drawingml/2006/main" noGrp="1"/>
          </p:cNvSpPr>
          <p:nvPr/>
        </p:nvSpPr>
        <p:spPr>
          <a:xfrm xmlns:a="http://schemas.openxmlformats.org/drawingml/2006/main">
            <a:off x="7677150" y="3848100"/>
            <a:ext cx="140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275" b="1">
                <a:solidFill>
                  <a:srgbClr val="F8FBFF"/>
                </a:solidFill>
                <a:latin typeface="Cascadia Mono"/>
                <a:ea typeface="Cascadia Mono"/>
                <a:cs typeface="Cascadia Mono"/>
              </a:defRPr>
            </a:pPr>
            <a:r>
              <a:rPr sz="1275" b="1">
                <a:solidFill>
                  <a:srgbClr val="F8FBFF"/>
                </a:solidFill>
                <a:latin typeface="Cascadia Mono"/>
                <a:ea typeface="Cascadia Mono"/>
                <a:cs typeface="Cascadia Mono"/>
              </a:rPr>
              <a:t>Kafka</a:t>
            </a:r>
          </a:p>
        </p:txBody>
      </p:sp>
      <p:sp>
        <p:nvSpPr>
          <p:cNvPr id="19" name="">
            <a:extLst xmlns:a="http://schemas.openxmlformats.org/drawingml/2006/main">
              <a:ext uri="{FF2B5EF4-FFF2-40B4-BE49-F238E27FC236}">
                <a16:creationId xmlns:a16="http://schemas.microsoft.com/office/drawing/2014/main" id="{68103DA3-2C6B-4108-B515-DA7517A17934}"/>
              </a:ext>
            </a:extLst>
          </p:cNvPr>
          <p:cNvSpPr>
            <a:spLocks xmlns:a="http://schemas.openxmlformats.org/drawingml/2006/main" noGrp="1"/>
          </p:cNvSpPr>
          <p:nvPr/>
        </p:nvSpPr>
        <p:spPr>
          <a:xfrm xmlns:a="http://schemas.openxmlformats.org/drawingml/2006/main">
            <a:off x="10039350" y="3181350"/>
            <a:ext cx="419100" cy="419100"/>
          </a:xfrm>
          <a:prstGeom xmlns:a="http://schemas.openxmlformats.org/drawingml/2006/main" prst="roundRect">
            <a:avLst>
              <a:gd name="adj" fmla="val 50000"/>
            </a:avLst>
          </a:prstGeom>
          <a:solidFill xmlns:a="http://schemas.openxmlformats.org/drawingml/2006/main">
            <a:srgbClr val="35D4B5"/>
          </a:solidFill>
          <a:ln xmlns:a="http://schemas.openxmlformats.org/drawingml/2006/main" w="14288">
            <a:solidFill>
              <a:srgbClr val="35D4B5"/>
            </a:solidFill>
            <a:prstDash val="solid"/>
          </a:ln>
        </p:spPr>
      </p:sp>
      <p:sp>
        <p:nvSpPr>
          <p:cNvPr id="20" name="">
            <a:extLst xmlns:a="http://schemas.openxmlformats.org/drawingml/2006/main">
              <a:ext uri="{FF2B5EF4-FFF2-40B4-BE49-F238E27FC236}">
                <a16:creationId xmlns:a16="http://schemas.microsoft.com/office/drawing/2014/main" id="{8BF5FACF-DFA6-4C70-B839-C2D6F71887E2}"/>
              </a:ext>
            </a:extLst>
          </p:cNvPr>
          <p:cNvSpPr>
            <a:spLocks xmlns:a="http://schemas.openxmlformats.org/drawingml/2006/main" noGrp="1"/>
          </p:cNvSpPr>
          <p:nvPr/>
        </p:nvSpPr>
        <p:spPr>
          <a:xfrm xmlns:a="http://schemas.openxmlformats.org/drawingml/2006/main">
            <a:off x="10039350" y="3295650"/>
            <a:ext cx="4191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900" b="1">
                <a:solidFill>
                  <a:srgbClr val="091827"/>
                </a:solidFill>
                <a:latin typeface="Cascadia Mono"/>
                <a:ea typeface="Cascadia Mono"/>
                <a:cs typeface="Cascadia Mono"/>
              </a:defRPr>
            </a:pPr>
            <a:r>
              <a:rPr sz="900" b="1">
                <a:solidFill>
                  <a:srgbClr val="091827"/>
                </a:solidFill>
                <a:latin typeface="Cascadia Mono"/>
                <a:ea typeface="Cascadia Mono"/>
                <a:cs typeface="Cascadia Mono"/>
              </a:rPr>
              <a:t>01</a:t>
            </a:r>
          </a:p>
        </p:txBody>
      </p:sp>
      <p:sp>
        <p:nvSpPr>
          <p:cNvPr id="21" name="">
            <a:extLst xmlns:a="http://schemas.openxmlformats.org/drawingml/2006/main">
              <a:ext uri="{FF2B5EF4-FFF2-40B4-BE49-F238E27FC236}">
                <a16:creationId xmlns:a16="http://schemas.microsoft.com/office/drawing/2014/main" id="{ACC2E1E0-1E9E-41D7-96B6-AECE4C3252B0}"/>
              </a:ext>
            </a:extLst>
          </p:cNvPr>
          <p:cNvSpPr>
            <a:spLocks xmlns:a="http://schemas.openxmlformats.org/drawingml/2006/main" noGrp="1"/>
          </p:cNvSpPr>
          <p:nvPr/>
        </p:nvSpPr>
        <p:spPr>
          <a:xfrm xmlns:a="http://schemas.openxmlformats.org/drawingml/2006/main">
            <a:off x="9544050" y="3848100"/>
            <a:ext cx="140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275" b="1">
                <a:solidFill>
                  <a:srgbClr val="F8FBFF"/>
                </a:solidFill>
                <a:latin typeface="Cascadia Mono"/>
                <a:ea typeface="Cascadia Mono"/>
                <a:cs typeface="Cascadia Mono"/>
              </a:defRPr>
            </a:pPr>
            <a:r>
              <a:rPr sz="1275" b="1">
                <a:solidFill>
                  <a:srgbClr val="F8FBFF"/>
                </a:solidFill>
                <a:latin typeface="Cascadia Mono"/>
                <a:ea typeface="Cascadia Mono"/>
                <a:cs typeface="Cascadia Mono"/>
              </a:rPr>
              <a:t>Dashboard</a:t>
            </a:r>
          </a:p>
        </p:txBody>
      </p:sp>
      <p:cxnSp>
        <p:nvCxnSpPr>
          <p:cNvPr id="54" name=""/>
          <p:cNvCxnSpPr>
            <a:stCxn xmlns:a="http://schemas.openxmlformats.org/drawingml/2006/main" id="19" idx="1"/>
            <a:endCxn xmlns:a="http://schemas.openxmlformats.org/drawingml/2006/main" id="16" idx="3"/>
          </p:cNvCxnSpPr>
          <p:nvPr/>
        </p:nvCxnSpPr>
        <p:spPr>
          <a:xfrm xmlns:a="http://schemas.openxmlformats.org/drawingml/2006/main" flipH="1">
            <a:off x="8591550" y="3390900"/>
            <a:ext cx="1447800" cy="0"/>
          </a:xfrm>
          <a:prstGeom xmlns:a="http://schemas.openxmlformats.org/drawingml/2006/main" prst="straightConnector1">
            <a:avLst/>
          </a:prstGeom>
          <a:ln xmlns:a="http://schemas.openxmlformats.org/drawingml/2006/main" w="19050">
            <a:solidFill>
              <a:srgbClr val="35D4B5"/>
            </a:solidFill>
            <a:prstDash val="solid"/>
            <a:tailEnd type="triangle" w="sm" len="sm"/>
          </a:ln>
        </p:spPr>
      </p:cxnSp>
      <p:cxnSp>
        <p:nvCxnSpPr>
          <p:cNvPr id="55" name=""/>
          <p:cNvCxnSpPr>
            <a:stCxn xmlns:a="http://schemas.openxmlformats.org/drawingml/2006/main" id="16" idx="1"/>
            <a:endCxn xmlns:a="http://schemas.openxmlformats.org/drawingml/2006/main" id="13" idx="3"/>
          </p:cNvCxnSpPr>
          <p:nvPr/>
        </p:nvCxnSpPr>
        <p:spPr>
          <a:xfrm xmlns:a="http://schemas.openxmlformats.org/drawingml/2006/main" flipH="1">
            <a:off x="6724650" y="3390900"/>
            <a:ext cx="1447800" cy="0"/>
          </a:xfrm>
          <a:prstGeom xmlns:a="http://schemas.openxmlformats.org/drawingml/2006/main" prst="straightConnector1">
            <a:avLst/>
          </a:prstGeom>
          <a:ln xmlns:a="http://schemas.openxmlformats.org/drawingml/2006/main" w="19050">
            <a:solidFill>
              <a:srgbClr val="35D4B5"/>
            </a:solidFill>
            <a:prstDash val="solid"/>
            <a:tailEnd type="triangle" w="sm" len="sm"/>
          </a:ln>
        </p:spPr>
      </p:cxnSp>
      <p:cxnSp>
        <p:nvCxnSpPr>
          <p:cNvPr id="56" name=""/>
          <p:cNvCxnSpPr>
            <a:stCxn xmlns:a="http://schemas.openxmlformats.org/drawingml/2006/main" id="13" idx="1"/>
            <a:endCxn xmlns:a="http://schemas.openxmlformats.org/drawingml/2006/main" id="10" idx="3"/>
          </p:cNvCxnSpPr>
          <p:nvPr/>
        </p:nvCxnSpPr>
        <p:spPr>
          <a:xfrm xmlns:a="http://schemas.openxmlformats.org/drawingml/2006/main" flipH="1">
            <a:off x="4857750" y="3390900"/>
            <a:ext cx="1447800" cy="0"/>
          </a:xfrm>
          <a:prstGeom xmlns:a="http://schemas.openxmlformats.org/drawingml/2006/main" prst="straightConnector1">
            <a:avLst/>
          </a:prstGeom>
          <a:ln xmlns:a="http://schemas.openxmlformats.org/drawingml/2006/main" w="19050">
            <a:solidFill>
              <a:srgbClr val="35D4B5"/>
            </a:solidFill>
            <a:prstDash val="solid"/>
            <a:tailEnd type="triangle" w="sm" len="sm"/>
          </a:ln>
        </p:spPr>
      </p:cxnSp>
      <p:cxnSp>
        <p:nvCxnSpPr>
          <p:cNvPr id="57" name=""/>
          <p:cNvCxnSpPr>
            <a:stCxn xmlns:a="http://schemas.openxmlformats.org/drawingml/2006/main" id="10" idx="1"/>
            <a:endCxn xmlns:a="http://schemas.openxmlformats.org/drawingml/2006/main" id="7" idx="3"/>
          </p:cNvCxnSpPr>
          <p:nvPr/>
        </p:nvCxnSpPr>
        <p:spPr>
          <a:xfrm xmlns:a="http://schemas.openxmlformats.org/drawingml/2006/main" flipH="1">
            <a:off x="2990850" y="3390900"/>
            <a:ext cx="1447800" cy="0"/>
          </a:xfrm>
          <a:prstGeom xmlns:a="http://schemas.openxmlformats.org/drawingml/2006/main" prst="straightConnector1">
            <a:avLst/>
          </a:prstGeom>
          <a:ln xmlns:a="http://schemas.openxmlformats.org/drawingml/2006/main" w="19050">
            <a:solidFill>
              <a:srgbClr val="35D4B5"/>
            </a:solidFill>
            <a:prstDash val="solid"/>
            <a:tailEnd type="triangle" w="sm" len="sm"/>
          </a:ln>
        </p:spPr>
      </p:cxnSp>
      <p:cxnSp>
        <p:nvCxnSpPr>
          <p:cNvPr id="58" name=""/>
          <p:cNvCxnSpPr>
            <a:stCxn xmlns:a="http://schemas.openxmlformats.org/drawingml/2006/main" id="7" idx="1"/>
            <a:endCxn xmlns:a="http://schemas.openxmlformats.org/drawingml/2006/main" id="4" idx="3"/>
          </p:cNvCxnSpPr>
          <p:nvPr/>
        </p:nvCxnSpPr>
        <p:spPr>
          <a:xfrm xmlns:a="http://schemas.openxmlformats.org/drawingml/2006/main" flipH="1">
            <a:off x="1123950" y="3390900"/>
            <a:ext cx="1447800" cy="0"/>
          </a:xfrm>
          <a:prstGeom xmlns:a="http://schemas.openxmlformats.org/drawingml/2006/main" prst="straightConnector1">
            <a:avLst/>
          </a:prstGeom>
          <a:ln xmlns:a="http://schemas.openxmlformats.org/drawingml/2006/main" w="19050">
            <a:solidFill>
              <a:srgbClr val="35D4B5"/>
            </a:solidFill>
            <a:prstDash val="solid"/>
            <a:tailEnd type="triangle" w="sm" len="sm"/>
          </a:ln>
        </p:spPr>
      </p:cxnSp>
      <p:sp>
        <p:nvSpPr>
          <p:cNvPr id="27" name="">
            <a:extLst xmlns:a="http://schemas.openxmlformats.org/drawingml/2006/main">
              <a:ext uri="{FF2B5EF4-FFF2-40B4-BE49-F238E27FC236}">
                <a16:creationId xmlns:a16="http://schemas.microsoft.com/office/drawing/2014/main" id="{B3EF146F-BB7A-48A0-9990-87B59152D43E}"/>
              </a:ext>
            </a:extLst>
          </p:cNvPr>
          <p:cNvSpPr>
            <a:spLocks xmlns:a="http://schemas.openxmlformats.org/drawingml/2006/main" noGrp="1"/>
          </p:cNvSpPr>
          <p:nvPr/>
        </p:nvSpPr>
        <p:spPr>
          <a:xfrm xmlns:a="http://schemas.openxmlformats.org/drawingml/2006/main">
            <a:off x="609600" y="4686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650" b="1">
                <a:solidFill>
                  <a:srgbClr val="35D4B5"/>
                </a:solidFill>
                <a:latin typeface="Segoe UI"/>
                <a:ea typeface="Segoe UI"/>
                <a:cs typeface="Segoe UI"/>
              </a:defRPr>
            </a:pPr>
            <a:r>
              <a:rPr sz="1650" b="1">
                <a:solidFill>
                  <a:srgbClr val="35D4B5"/>
                </a:solidFill>
                <a:latin typeface="Segoe UI"/>
                <a:ea typeface="Segoe UI"/>
                <a:cs typeface="Segoe UI"/>
              </a:rPr>
              <a:t>‏החלטה ובדיקה</a:t>
            </a:r>
          </a:p>
        </p:txBody>
      </p:sp>
      <p:sp>
        <p:nvSpPr>
          <p:cNvPr id="28" name="">
            <a:extLst xmlns:a="http://schemas.openxmlformats.org/drawingml/2006/main">
              <a:ext uri="{FF2B5EF4-FFF2-40B4-BE49-F238E27FC236}">
                <a16:creationId xmlns:a16="http://schemas.microsoft.com/office/drawing/2014/main" id="{F0417477-90CB-4639-8F0C-9BD2EAC07964}"/>
              </a:ext>
            </a:extLst>
          </p:cNvPr>
          <p:cNvSpPr>
            <a:spLocks xmlns:a="http://schemas.openxmlformats.org/drawingml/2006/main" noGrp="1"/>
          </p:cNvSpPr>
          <p:nvPr/>
        </p:nvSpPr>
        <p:spPr>
          <a:xfrm xmlns:a="http://schemas.openxmlformats.org/drawingml/2006/main">
            <a:off x="4857750" y="4686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650" b="1">
                <a:solidFill>
                  <a:srgbClr val="5B91FF"/>
                </a:solidFill>
                <a:latin typeface="Segoe UI"/>
                <a:ea typeface="Segoe UI"/>
                <a:cs typeface="Segoe UI"/>
              </a:defRPr>
            </a:pPr>
            <a:r>
              <a:rPr sz="1650" b="1">
                <a:solidFill>
                  <a:srgbClr val="5B91FF"/>
                </a:solidFill>
                <a:latin typeface="Segoe UI"/>
                <a:ea typeface="Segoe UI"/>
                <a:cs typeface="Segoe UI"/>
              </a:rPr>
              <a:t>‏מקור ואישור</a:t>
            </a:r>
          </a:p>
        </p:txBody>
      </p:sp>
      <p:sp>
        <p:nvSpPr>
          <p:cNvPr id="29" name="">
            <a:extLst xmlns:a="http://schemas.openxmlformats.org/drawingml/2006/main">
              <a:ext uri="{FF2B5EF4-FFF2-40B4-BE49-F238E27FC236}">
                <a16:creationId xmlns:a16="http://schemas.microsoft.com/office/drawing/2014/main" id="{5A56E56F-25DC-4035-9E69-E732B24070FE}"/>
              </a:ext>
            </a:extLst>
          </p:cNvPr>
          <p:cNvSpPr>
            <a:spLocks xmlns:a="http://schemas.openxmlformats.org/drawingml/2006/main" noGrp="1"/>
          </p:cNvSpPr>
          <p:nvPr/>
        </p:nvSpPr>
        <p:spPr>
          <a:xfrm xmlns:a="http://schemas.openxmlformats.org/drawingml/2006/main">
            <a:off x="9048750" y="46863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650" b="1">
                <a:solidFill>
                  <a:srgbClr val="F4B94F"/>
                </a:solidFill>
                <a:latin typeface="Segoe UI"/>
                <a:ea typeface="Segoe UI"/>
                <a:cs typeface="Segoe UI"/>
              </a:defRPr>
            </a:pPr>
            <a:r>
              <a:rPr sz="1650" b="1">
                <a:solidFill>
                  <a:srgbClr val="F4B94F"/>
                </a:solidFill>
                <a:latin typeface="Segoe UI"/>
                <a:ea typeface="Segoe UI"/>
                <a:cs typeface="Segoe UI"/>
              </a:rPr>
              <a:t>‏המוצר והאירוע</a:t>
            </a:r>
          </a:p>
        </p:txBody>
      </p:sp>
      <p:sp>
        <p:nvSpPr>
          <p:cNvPr id="30" name="">
            <a:extLst xmlns:a="http://schemas.openxmlformats.org/drawingml/2006/main">
              <a:ext uri="{FF2B5EF4-FFF2-40B4-BE49-F238E27FC236}">
                <a16:creationId xmlns:a16="http://schemas.microsoft.com/office/drawing/2014/main" id="{98A84B24-0AE5-43C8-8195-B05DEBB48C09}"/>
              </a:ext>
            </a:extLst>
          </p:cNvPr>
          <p:cNvSpPr>
            <a:spLocks xmlns:a="http://schemas.openxmlformats.org/drawingml/2006/main" noGrp="1"/>
          </p:cNvSpPr>
          <p:nvPr/>
        </p:nvSpPr>
        <p:spPr>
          <a:xfrm xmlns:a="http://schemas.openxmlformats.org/drawingml/2006/main">
            <a:off x="3600450" y="5581650"/>
            <a:ext cx="796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350" b="0">
                <a:solidFill>
                  <a:srgbClr val="EF7484"/>
                </a:solidFill>
                <a:latin typeface="Segoe UI"/>
                <a:ea typeface="Segoe UI"/>
                <a:cs typeface="Segoe UI"/>
              </a:defRPr>
            </a:pPr>
            <a:r>
              <a:rPr sz="1350" b="0">
                <a:solidFill>
                  <a:srgbClr val="EF7484"/>
                </a:solidFill>
                <a:latin typeface="Segoe UI"/>
                <a:ea typeface="Segoe UI"/>
                <a:cs typeface="Segoe UI"/>
              </a:rPr>
              <a:t>‏הדמו לקריאה בלבד. לא מפעילים Backfill, לא משנים נתונים ולא מציגים סודות.</a:t>
            </a:r>
          </a:p>
        </p:txBody>
      </p:sp>
      <p:sp>
        <p:nvSpPr>
          <p:cNvPr id="31" name="">
            <a:extLst xmlns:a="http://schemas.openxmlformats.org/drawingml/2006/main">
              <a:ext uri="{FF2B5EF4-FFF2-40B4-BE49-F238E27FC236}">
                <a16:creationId xmlns:a16="http://schemas.microsoft.com/office/drawing/2014/main" id="{A87088FC-9B8E-442F-951D-2612DECAADE6}"/>
              </a:ext>
            </a:extLst>
          </p:cNvPr>
          <p:cNvSpPr>
            <a:spLocks xmlns:a="http://schemas.openxmlformats.org/drawingml/2006/main" noGrp="1"/>
          </p:cNvSpPr>
          <p:nvPr/>
        </p:nvSpPr>
        <p:spPr>
          <a:xfrm xmlns:a="http://schemas.openxmlformats.org/drawingml/2006/main">
            <a:off x="495300" y="6438900"/>
            <a:ext cx="3429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25" b="1">
                <a:solidFill>
                  <a:srgbClr val="9AB1C5"/>
                </a:solidFill>
                <a:latin typeface="Cascadia Mono"/>
                <a:ea typeface="Cascadia Mono"/>
                <a:cs typeface="Cascadia Mono"/>
              </a:defRPr>
            </a:pPr>
            <a:r>
              <a:rPr sz="825" b="1">
                <a:solidFill>
                  <a:srgbClr val="9AB1C5"/>
                </a:solidFill>
                <a:latin typeface="Cascadia Mono"/>
                <a:ea typeface="Cascadia Mono"/>
                <a:cs typeface="Cascadia Mono"/>
              </a:rPr>
              <a:t>12</a:t>
            </a:r>
          </a:p>
        </p:txBody>
      </p:sp>
      <p:sp>
        <p:nvSpPr>
          <p:cNvPr id="32" name="">
            <a:extLst xmlns:a="http://schemas.openxmlformats.org/drawingml/2006/main">
              <a:ext uri="{FF2B5EF4-FFF2-40B4-BE49-F238E27FC236}">
                <a16:creationId xmlns:a16="http://schemas.microsoft.com/office/drawing/2014/main" id="{F4099A61-E71F-4C58-9BD8-A79F63360909}"/>
              </a:ext>
            </a:extLst>
          </p:cNvPr>
          <p:cNvSpPr>
            <a:spLocks xmlns:a="http://schemas.openxmlformats.org/drawingml/2006/main" noGrp="1"/>
          </p:cNvSpPr>
          <p:nvPr/>
        </p:nvSpPr>
        <p:spPr>
          <a:xfrm xmlns:a="http://schemas.openxmlformats.org/drawingml/2006/main">
            <a:off x="914400" y="6534150"/>
            <a:ext cx="10744200" cy="0"/>
          </a:xfrm>
          <a:prstGeom xmlns:a="http://schemas.openxmlformats.org/drawingml/2006/main" prst="line">
            <a:avLst/>
          </a:prstGeom>
          <a:noFill xmlns:a="http://schemas.openxmlformats.org/drawingml/2006/main"/>
          <a:ln xmlns:a="http://schemas.openxmlformats.org/drawingml/2006/main" w="9525">
            <a:solidFill>
              <a:srgbClr val="294157"/>
            </a:solidFill>
            <a:prstDash val="solid"/>
          </a:ln>
        </p:spPr>
      </p:sp>
    </p:spTree>
    <p:extLst>
      <p:ext uri="{BB962C8B-B14F-4D97-AF65-F5344CB8AC3E}">
        <p14:creationId xmlns:p14="http://schemas.microsoft.com/office/powerpoint/2010/main" val="202404385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2026-09-16T11:25:16.3350000Z</dcterms:created>
  <dcterms:modified xsi:type="dcterms:W3CDTF">2026-09-16T11:25:16.3350000Z</dcterms:modified>
</coreProperties>
</file>